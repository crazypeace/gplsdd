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55204F-54A4-459A-B5EC-485C11B50878}" v="163" dt="2026-06-07T10:44:02.320"/>
    <p1510:client id="{A40584A5-0DC7-42D9-9D1E-C40ED5ABCE15}" v="175" dt="2026-06-07T11:33:08.7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略 董" userId="3a4f4bf4e2831bf3" providerId="Windows Live" clId="Web-{A40584A5-0DC7-42D9-9D1E-C40ED5ABCE15}"/>
    <pc:docChg chg="addSld delSld modSld sldOrd">
      <pc:chgData name="略 董" userId="3a4f4bf4e2831bf3" providerId="Windows Live" clId="Web-{A40584A5-0DC7-42D9-9D1E-C40ED5ABCE15}" dt="2026-06-07T11:33:08.728" v="172" actId="20577"/>
      <pc:docMkLst>
        <pc:docMk/>
      </pc:docMkLst>
      <pc:sldChg chg="modSp">
        <pc:chgData name="略 董" userId="3a4f4bf4e2831bf3" providerId="Windows Live" clId="Web-{A40584A5-0DC7-42D9-9D1E-C40ED5ABCE15}" dt="2026-06-07T11:25:24.379" v="40" actId="20577"/>
        <pc:sldMkLst>
          <pc:docMk/>
          <pc:sldMk cId="703088496" sldId="256"/>
        </pc:sldMkLst>
        <pc:spChg chg="mod">
          <ac:chgData name="略 董" userId="3a4f4bf4e2831bf3" providerId="Windows Live" clId="Web-{A40584A5-0DC7-42D9-9D1E-C40ED5ABCE15}" dt="2026-06-07T11:25:24.379" v="40" actId="20577"/>
          <ac:spMkLst>
            <pc:docMk/>
            <pc:sldMk cId="703088496" sldId="256"/>
            <ac:spMk id="3" creationId="{00000000-0000-0000-0000-000000000000}"/>
          </ac:spMkLst>
        </pc:spChg>
      </pc:sldChg>
      <pc:sldChg chg="del">
        <pc:chgData name="略 董" userId="3a4f4bf4e2831bf3" providerId="Windows Live" clId="Web-{A40584A5-0DC7-42D9-9D1E-C40ED5ABCE15}" dt="2026-06-07T11:21:07.137" v="39"/>
        <pc:sldMkLst>
          <pc:docMk/>
          <pc:sldMk cId="3331848839" sldId="257"/>
        </pc:sldMkLst>
      </pc:sldChg>
      <pc:sldChg chg="addSp modSp modNotes">
        <pc:chgData name="略 董" userId="3a4f4bf4e2831bf3" providerId="Windows Live" clId="Web-{A40584A5-0DC7-42D9-9D1E-C40ED5ABCE15}" dt="2026-06-07T11:30:35.130" v="142" actId="14100"/>
        <pc:sldMkLst>
          <pc:docMk/>
          <pc:sldMk cId="2427962891" sldId="258"/>
        </pc:sldMkLst>
        <pc:spChg chg="add mod">
          <ac:chgData name="略 董" userId="3a4f4bf4e2831bf3" providerId="Windows Live" clId="Web-{A40584A5-0DC7-42D9-9D1E-C40ED5ABCE15}" dt="2026-06-07T11:30:35.130" v="142" actId="14100"/>
          <ac:spMkLst>
            <pc:docMk/>
            <pc:sldMk cId="2427962891" sldId="258"/>
            <ac:spMk id="2" creationId="{38A39BF6-E84A-F2BA-86B9-C20ED534FE39}"/>
          </ac:spMkLst>
        </pc:spChg>
      </pc:sldChg>
      <pc:sldChg chg="addSp modSp modNotes">
        <pc:chgData name="略 董" userId="3a4f4bf4e2831bf3" providerId="Windows Live" clId="Web-{A40584A5-0DC7-42D9-9D1E-C40ED5ABCE15}" dt="2026-06-07T11:31:46.398" v="160" actId="20577"/>
        <pc:sldMkLst>
          <pc:docMk/>
          <pc:sldMk cId="3390209719" sldId="259"/>
        </pc:sldMkLst>
        <pc:spChg chg="add mod">
          <ac:chgData name="略 董" userId="3a4f4bf4e2831bf3" providerId="Windows Live" clId="Web-{A40584A5-0DC7-42D9-9D1E-C40ED5ABCE15}" dt="2026-06-07T11:31:46.398" v="160" actId="20577"/>
          <ac:spMkLst>
            <pc:docMk/>
            <pc:sldMk cId="3390209719" sldId="259"/>
            <ac:spMk id="7" creationId="{FC8FB2DE-6650-541A-4082-BC6CBDA2AE1B}"/>
          </ac:spMkLst>
        </pc:spChg>
      </pc:sldChg>
      <pc:sldChg chg="addSp modSp modNotes">
        <pc:chgData name="略 董" userId="3a4f4bf4e2831bf3" providerId="Windows Live" clId="Web-{A40584A5-0DC7-42D9-9D1E-C40ED5ABCE15}" dt="2026-06-07T11:30:41.880" v="145" actId="20577"/>
        <pc:sldMkLst>
          <pc:docMk/>
          <pc:sldMk cId="3209753749" sldId="260"/>
        </pc:sldMkLst>
        <pc:spChg chg="add mod">
          <ac:chgData name="略 董" userId="3a4f4bf4e2831bf3" providerId="Windows Live" clId="Web-{A40584A5-0DC7-42D9-9D1E-C40ED5ABCE15}" dt="2026-06-07T11:30:41.880" v="145" actId="20577"/>
          <ac:spMkLst>
            <pc:docMk/>
            <pc:sldMk cId="3209753749" sldId="260"/>
            <ac:spMk id="7" creationId="{389DE212-C8DC-7653-7667-2719F6EC7A7E}"/>
          </ac:spMkLst>
        </pc:spChg>
      </pc:sldChg>
      <pc:sldChg chg="addSp delSp modSp add ord replId modNotes">
        <pc:chgData name="略 董" userId="3a4f4bf4e2831bf3" providerId="Windows Live" clId="Web-{A40584A5-0DC7-42D9-9D1E-C40ED5ABCE15}" dt="2026-06-07T11:32:29.774" v="164" actId="20577"/>
        <pc:sldMkLst>
          <pc:docMk/>
          <pc:sldMk cId="348150653" sldId="261"/>
        </pc:sldMkLst>
        <pc:spChg chg="add mod">
          <ac:chgData name="略 董" userId="3a4f4bf4e2831bf3" providerId="Windows Live" clId="Web-{A40584A5-0DC7-42D9-9D1E-C40ED5ABCE15}" dt="2026-06-07T11:18:41.710" v="9" actId="1076"/>
          <ac:spMkLst>
            <pc:docMk/>
            <pc:sldMk cId="348150653" sldId="261"/>
            <ac:spMk id="3" creationId="{1657AF48-E519-FA28-E61E-6D3C2825DB70}"/>
          </ac:spMkLst>
        </pc:spChg>
        <pc:spChg chg="add mod">
          <ac:chgData name="略 董" userId="3a4f4bf4e2831bf3" providerId="Windows Live" clId="Web-{A40584A5-0DC7-42D9-9D1E-C40ED5ABCE15}" dt="2026-06-07T11:19:32.071" v="18" actId="1076"/>
          <ac:spMkLst>
            <pc:docMk/>
            <pc:sldMk cId="348150653" sldId="261"/>
            <ac:spMk id="7" creationId="{CE3D87FF-3EC8-51A3-46F1-D489FBF60124}"/>
          </ac:spMkLst>
        </pc:spChg>
        <pc:spChg chg="add mod">
          <ac:chgData name="略 董" userId="3a4f4bf4e2831bf3" providerId="Windows Live" clId="Web-{A40584A5-0DC7-42D9-9D1E-C40ED5ABCE15}" dt="2026-06-07T11:19:36.462" v="19" actId="1076"/>
          <ac:spMkLst>
            <pc:docMk/>
            <pc:sldMk cId="348150653" sldId="261"/>
            <ac:spMk id="8" creationId="{CBCEA20D-8CB0-AAE9-825D-D95A65114444}"/>
          </ac:spMkLst>
        </pc:spChg>
        <pc:spChg chg="add mod">
          <ac:chgData name="略 董" userId="3a4f4bf4e2831bf3" providerId="Windows Live" clId="Web-{A40584A5-0DC7-42D9-9D1E-C40ED5ABCE15}" dt="2026-06-07T11:32:29.774" v="164" actId="20577"/>
          <ac:spMkLst>
            <pc:docMk/>
            <pc:sldMk cId="348150653" sldId="261"/>
            <ac:spMk id="14" creationId="{D2F4B525-CAD9-B7C5-FBE1-54DAA96F50AF}"/>
          </ac:spMkLst>
        </pc:spChg>
        <pc:grpChg chg="add mod">
          <ac:chgData name="略 董" userId="3a4f4bf4e2831bf3" providerId="Windows Live" clId="Web-{A40584A5-0DC7-42D9-9D1E-C40ED5ABCE15}" dt="2026-06-07T11:20:56.902" v="38" actId="1076"/>
          <ac:grpSpMkLst>
            <pc:docMk/>
            <pc:sldMk cId="348150653" sldId="261"/>
            <ac:grpSpMk id="9" creationId="{0C3662D8-B412-FF21-985B-EE296E6FA55A}"/>
          </ac:grpSpMkLst>
        </pc:grpChg>
        <pc:grpChg chg="add mod">
          <ac:chgData name="略 董" userId="3a4f4bf4e2831bf3" providerId="Windows Live" clId="Web-{A40584A5-0DC7-42D9-9D1E-C40ED5ABCE15}" dt="2026-06-07T11:20:53.074" v="37" actId="1076"/>
          <ac:grpSpMkLst>
            <pc:docMk/>
            <pc:sldMk cId="348150653" sldId="261"/>
            <ac:grpSpMk id="10" creationId="{DF0BA795-0657-8562-4BAE-2B967FAB7C67}"/>
          </ac:grpSpMkLst>
        </pc:grpChg>
        <pc:cxnChg chg="del">
          <ac:chgData name="略 董" userId="3a4f4bf4e2831bf3" providerId="Windows Live" clId="Web-{A40584A5-0DC7-42D9-9D1E-C40ED5ABCE15}" dt="2026-06-07T11:18:00.037" v="3"/>
          <ac:cxnSpMkLst>
            <pc:docMk/>
            <pc:sldMk cId="348150653" sldId="261"/>
            <ac:cxnSpMk id="2" creationId="{50726A94-E129-A038-166A-A6E8EA4AE75A}"/>
          </ac:cxnSpMkLst>
        </pc:cxnChg>
        <pc:cxnChg chg="del">
          <ac:chgData name="略 董" userId="3a4f4bf4e2831bf3" providerId="Windows Live" clId="Web-{A40584A5-0DC7-42D9-9D1E-C40ED5ABCE15}" dt="2026-06-07T11:17:58.896" v="2"/>
          <ac:cxnSpMkLst>
            <pc:docMk/>
            <pc:sldMk cId="348150653" sldId="261"/>
            <ac:cxnSpMk id="6" creationId="{63C96BD7-995E-8F70-4C5E-BED81768A871}"/>
          </ac:cxnSpMkLst>
        </pc:cxnChg>
      </pc:sldChg>
      <pc:sldChg chg="modSp add ord replId">
        <pc:chgData name="略 董" userId="3a4f4bf4e2831bf3" providerId="Windows Live" clId="Web-{A40584A5-0DC7-42D9-9D1E-C40ED5ABCE15}" dt="2026-06-07T11:33:08.728" v="172" actId="20577"/>
        <pc:sldMkLst>
          <pc:docMk/>
          <pc:sldMk cId="19139097" sldId="262"/>
        </pc:sldMkLst>
        <pc:spChg chg="mod">
          <ac:chgData name="略 董" userId="3a4f4bf4e2831bf3" providerId="Windows Live" clId="Web-{A40584A5-0DC7-42D9-9D1E-C40ED5ABCE15}" dt="2026-06-07T11:33:04.603" v="169" actId="20577"/>
          <ac:spMkLst>
            <pc:docMk/>
            <pc:sldMk cId="19139097" sldId="262"/>
            <ac:spMk id="2" creationId="{C42FC4BE-8D1A-0875-3ED5-1BEC401F6CE9}"/>
          </ac:spMkLst>
        </pc:spChg>
        <pc:spChg chg="mod">
          <ac:chgData name="略 董" userId="3a4f4bf4e2831bf3" providerId="Windows Live" clId="Web-{A40584A5-0DC7-42D9-9D1E-C40ED5ABCE15}" dt="2026-06-07T11:33:08.728" v="172" actId="20577"/>
          <ac:spMkLst>
            <pc:docMk/>
            <pc:sldMk cId="19139097" sldId="262"/>
            <ac:spMk id="3" creationId="{D5EDA907-5FFA-6C9A-4649-E5218D63AB3F}"/>
          </ac:spMkLst>
        </pc:spChg>
      </pc:sldChg>
    </pc:docChg>
  </pc:docChgLst>
  <pc:docChgLst>
    <pc:chgData name="略 董" userId="3a4f4bf4e2831bf3" providerId="Windows Live" clId="Web-{2055204F-54A4-459A-B5EC-485C11B50878}"/>
    <pc:docChg chg="addSld modSld">
      <pc:chgData name="略 董" userId="3a4f4bf4e2831bf3" providerId="Windows Live" clId="Web-{2055204F-54A4-459A-B5EC-485C11B50878}" dt="2026-06-07T10:44:02.320" v="157"/>
      <pc:docMkLst>
        <pc:docMk/>
      </pc:docMkLst>
      <pc:sldChg chg="modSp">
        <pc:chgData name="略 董" userId="3a4f4bf4e2831bf3" providerId="Windows Live" clId="Web-{2055204F-54A4-459A-B5EC-485C11B50878}" dt="2026-06-07T10:11:15.750" v="1" actId="20577"/>
        <pc:sldMkLst>
          <pc:docMk/>
          <pc:sldMk cId="703088496" sldId="256"/>
        </pc:sldMkLst>
        <pc:spChg chg="mod">
          <ac:chgData name="略 董" userId="3a4f4bf4e2831bf3" providerId="Windows Live" clId="Web-{2055204F-54A4-459A-B5EC-485C11B50878}" dt="2026-06-07T10:11:02.890" v="0" actId="20577"/>
          <ac:spMkLst>
            <pc:docMk/>
            <pc:sldMk cId="703088496" sldId="256"/>
            <ac:spMk id="2" creationId="{00000000-0000-0000-0000-000000000000}"/>
          </ac:spMkLst>
        </pc:spChg>
        <pc:spChg chg="mod">
          <ac:chgData name="略 董" userId="3a4f4bf4e2831bf3" providerId="Windows Live" clId="Web-{2055204F-54A4-459A-B5EC-485C11B50878}" dt="2026-06-07T10:11:15.750" v="1" actId="20577"/>
          <ac:spMkLst>
            <pc:docMk/>
            <pc:sldMk cId="703088496" sldId="256"/>
            <ac:spMk id="3" creationId="{00000000-0000-0000-0000-000000000000}"/>
          </ac:spMkLst>
        </pc:spChg>
      </pc:sldChg>
      <pc:sldChg chg="addSp delSp modSp new">
        <pc:chgData name="略 董" userId="3a4f4bf4e2831bf3" providerId="Windows Live" clId="Web-{2055204F-54A4-459A-B5EC-485C11B50878}" dt="2026-06-07T10:22:57.657" v="42"/>
        <pc:sldMkLst>
          <pc:docMk/>
          <pc:sldMk cId="3331848839" sldId="257"/>
        </pc:sldMkLst>
        <pc:spChg chg="del">
          <ac:chgData name="略 董" userId="3a4f4bf4e2831bf3" providerId="Windows Live" clId="Web-{2055204F-54A4-459A-B5EC-485C11B50878}" dt="2026-06-07T10:19:03.719" v="4"/>
          <ac:spMkLst>
            <pc:docMk/>
            <pc:sldMk cId="3331848839" sldId="257"/>
            <ac:spMk id="2" creationId="{4009E535-3CDA-D1F4-4137-53A026DBC75E}"/>
          </ac:spMkLst>
        </pc:spChg>
        <pc:spChg chg="del">
          <ac:chgData name="略 董" userId="3a4f4bf4e2831bf3" providerId="Windows Live" clId="Web-{2055204F-54A4-459A-B5EC-485C11B50878}" dt="2026-06-07T10:19:03.719" v="3"/>
          <ac:spMkLst>
            <pc:docMk/>
            <pc:sldMk cId="3331848839" sldId="257"/>
            <ac:spMk id="3" creationId="{9950083B-AF27-C388-B4BE-EEF114541DF5}"/>
          </ac:spMkLst>
        </pc:spChg>
        <pc:spChg chg="add mod">
          <ac:chgData name="略 董" userId="3a4f4bf4e2831bf3" providerId="Windows Live" clId="Web-{2055204F-54A4-459A-B5EC-485C11B50878}" dt="2026-06-07T10:19:22.360" v="7"/>
          <ac:spMkLst>
            <pc:docMk/>
            <pc:sldMk cId="3331848839" sldId="257"/>
            <ac:spMk id="4" creationId="{E851D6E8-4BD4-188C-58D0-DE7BD75D1011}"/>
          </ac:spMkLst>
        </pc:spChg>
        <pc:spChg chg="add mod ord">
          <ac:chgData name="略 董" userId="3a4f4bf4e2831bf3" providerId="Windows Live" clId="Web-{2055204F-54A4-459A-B5EC-485C11B50878}" dt="2026-06-07T10:19:53.001" v="11" actId="14100"/>
          <ac:spMkLst>
            <pc:docMk/>
            <pc:sldMk cId="3331848839" sldId="257"/>
            <ac:spMk id="5" creationId="{2067F612-C8EA-953C-C3FB-4F33213E20C4}"/>
          </ac:spMkLst>
        </pc:spChg>
        <pc:spChg chg="add mod">
          <ac:chgData name="略 董" userId="3a4f4bf4e2831bf3" providerId="Windows Live" clId="Web-{2055204F-54A4-459A-B5EC-485C11B50878}" dt="2026-06-07T10:20:29.829" v="16"/>
          <ac:spMkLst>
            <pc:docMk/>
            <pc:sldMk cId="3331848839" sldId="257"/>
            <ac:spMk id="6" creationId="{F7F7355A-5482-BC50-6ACC-78605494E3BA}"/>
          </ac:spMkLst>
        </pc:spChg>
        <pc:spChg chg="add mod">
          <ac:chgData name="略 董" userId="3a4f4bf4e2831bf3" providerId="Windows Live" clId="Web-{2055204F-54A4-459A-B5EC-485C11B50878}" dt="2026-06-07T10:21:58.407" v="29" actId="1076"/>
          <ac:spMkLst>
            <pc:docMk/>
            <pc:sldMk cId="3331848839" sldId="257"/>
            <ac:spMk id="9" creationId="{4DA8A452-185D-3D98-7C88-F4EBB05A5BE9}"/>
          </ac:spMkLst>
        </pc:spChg>
        <pc:spChg chg="add del mod">
          <ac:chgData name="略 董" userId="3a4f4bf4e2831bf3" providerId="Windows Live" clId="Web-{2055204F-54A4-459A-B5EC-485C11B50878}" dt="2026-06-07T10:22:57.657" v="42"/>
          <ac:spMkLst>
            <pc:docMk/>
            <pc:sldMk cId="3331848839" sldId="257"/>
            <ac:spMk id="10" creationId="{ECE0B822-0856-491F-63E9-F87554210D82}"/>
          </ac:spMkLst>
        </pc:spChg>
        <pc:spChg chg="add del mod">
          <ac:chgData name="略 董" userId="3a4f4bf4e2831bf3" providerId="Windows Live" clId="Web-{2055204F-54A4-459A-B5EC-485C11B50878}" dt="2026-06-07T10:22:57.657" v="41"/>
          <ac:spMkLst>
            <pc:docMk/>
            <pc:sldMk cId="3331848839" sldId="257"/>
            <ac:spMk id="11" creationId="{D006B2FD-4715-A55D-1559-4264A528041D}"/>
          </ac:spMkLst>
        </pc:spChg>
        <pc:grpChg chg="add mod">
          <ac:chgData name="略 董" userId="3a4f4bf4e2831bf3" providerId="Windows Live" clId="Web-{2055204F-54A4-459A-B5EC-485C11B50878}" dt="2026-06-07T10:20:50.985" v="19" actId="1076"/>
          <ac:grpSpMkLst>
            <pc:docMk/>
            <pc:sldMk cId="3331848839" sldId="257"/>
            <ac:grpSpMk id="7" creationId="{55247B6D-AADC-5FD3-3A5C-5B2C40071002}"/>
          </ac:grpSpMkLst>
        </pc:grpChg>
        <pc:cxnChg chg="add del mod">
          <ac:chgData name="略 董" userId="3a4f4bf4e2831bf3" providerId="Windows Live" clId="Web-{2055204F-54A4-459A-B5EC-485C11B50878}" dt="2026-06-07T10:21:12.813" v="25"/>
          <ac:cxnSpMkLst>
            <pc:docMk/>
            <pc:sldMk cId="3331848839" sldId="257"/>
            <ac:cxnSpMk id="8" creationId="{E726A8AE-580B-2DAE-DE07-FE1CE3B74BB1}"/>
          </ac:cxnSpMkLst>
        </pc:cxnChg>
      </pc:sldChg>
      <pc:sldChg chg="addSp delSp modSp new">
        <pc:chgData name="略 董" userId="3a4f4bf4e2831bf3" providerId="Windows Live" clId="Web-{2055204F-54A4-459A-B5EC-485C11B50878}" dt="2026-06-07T10:27:32.694" v="91" actId="1076"/>
        <pc:sldMkLst>
          <pc:docMk/>
          <pc:sldMk cId="2427962891" sldId="258"/>
        </pc:sldMkLst>
        <pc:spChg chg="del">
          <ac:chgData name="略 董" userId="3a4f4bf4e2831bf3" providerId="Windows Live" clId="Web-{2055204F-54A4-459A-B5EC-485C11B50878}" dt="2026-06-07T10:23:01.985" v="45"/>
          <ac:spMkLst>
            <pc:docMk/>
            <pc:sldMk cId="2427962891" sldId="258"/>
            <ac:spMk id="2" creationId="{18A385F5-34ED-C54E-09D9-E67BDBB6FCF9}"/>
          </ac:spMkLst>
        </pc:spChg>
        <pc:spChg chg="del">
          <ac:chgData name="略 董" userId="3a4f4bf4e2831bf3" providerId="Windows Live" clId="Web-{2055204F-54A4-459A-B5EC-485C11B50878}" dt="2026-06-07T10:23:01.985" v="44"/>
          <ac:spMkLst>
            <pc:docMk/>
            <pc:sldMk cId="2427962891" sldId="258"/>
            <ac:spMk id="3" creationId="{BCF4F6A1-B602-9AE3-0CAC-55F7209E857C}"/>
          </ac:spMkLst>
        </pc:spChg>
        <pc:spChg chg="add mod">
          <ac:chgData name="略 董" userId="3a4f4bf4e2831bf3" providerId="Windows Live" clId="Web-{2055204F-54A4-459A-B5EC-485C11B50878}" dt="2026-06-07T10:27:32.694" v="91" actId="1076"/>
          <ac:spMkLst>
            <pc:docMk/>
            <pc:sldMk cId="2427962891" sldId="258"/>
            <ac:spMk id="4" creationId="{ECE0B822-0856-491F-63E9-F87554210D82}"/>
          </ac:spMkLst>
        </pc:spChg>
        <pc:spChg chg="add mod">
          <ac:chgData name="略 董" userId="3a4f4bf4e2831bf3" providerId="Windows Live" clId="Web-{2055204F-54A4-459A-B5EC-485C11B50878}" dt="2026-06-07T10:23:29.064" v="50" actId="1076"/>
          <ac:spMkLst>
            <pc:docMk/>
            <pc:sldMk cId="2427962891" sldId="258"/>
            <ac:spMk id="5" creationId="{D006B2FD-4715-A55D-1559-4264A528041D}"/>
          </ac:spMkLst>
        </pc:spChg>
        <pc:cxnChg chg="add del mod">
          <ac:chgData name="略 董" userId="3a4f4bf4e2831bf3" providerId="Windows Live" clId="Web-{2055204F-54A4-459A-B5EC-485C11B50878}" dt="2026-06-07T10:27:28.084" v="89"/>
          <ac:cxnSpMkLst>
            <pc:docMk/>
            <pc:sldMk cId="2427962891" sldId="258"/>
            <ac:cxnSpMk id="6" creationId="{0A52A276-785F-8F55-54ED-8D61E43EF1A5}"/>
          </ac:cxnSpMkLst>
        </pc:cxnChg>
        <pc:cxnChg chg="add">
          <ac:chgData name="略 董" userId="3a4f4bf4e2831bf3" providerId="Windows Live" clId="Web-{2055204F-54A4-459A-B5EC-485C11B50878}" dt="2026-06-07T10:27:28.475" v="90"/>
          <ac:cxnSpMkLst>
            <pc:docMk/>
            <pc:sldMk cId="2427962891" sldId="258"/>
            <ac:cxnSpMk id="8" creationId="{3D34D319-9B30-59E2-F599-463BC02DDF40}"/>
          </ac:cxnSpMkLst>
        </pc:cxnChg>
      </pc:sldChg>
      <pc:sldChg chg="addSp delSp modSp add replId">
        <pc:chgData name="略 董" userId="3a4f4bf4e2831bf3" providerId="Windows Live" clId="Web-{2055204F-54A4-459A-B5EC-485C11B50878}" dt="2026-06-07T10:27:19.095" v="88" actId="14100"/>
        <pc:sldMkLst>
          <pc:docMk/>
          <pc:sldMk cId="3390209719" sldId="259"/>
        </pc:sldMkLst>
        <pc:spChg chg="mod topLvl">
          <ac:chgData name="略 董" userId="3a4f4bf4e2831bf3" providerId="Windows Live" clId="Web-{2055204F-54A4-459A-B5EC-485C11B50878}" dt="2026-06-07T10:26:04.580" v="69"/>
          <ac:spMkLst>
            <pc:docMk/>
            <pc:sldMk cId="3390209719" sldId="259"/>
            <ac:spMk id="4" creationId="{854AA797-B50A-49F6-0E5F-5246D8A6EC27}"/>
          </ac:spMkLst>
        </pc:spChg>
        <pc:grpChg chg="add del mod">
          <ac:chgData name="略 董" userId="3a4f4bf4e2831bf3" providerId="Windows Live" clId="Web-{2055204F-54A4-459A-B5EC-485C11B50878}" dt="2026-06-07T10:26:04.580" v="69"/>
          <ac:grpSpMkLst>
            <pc:docMk/>
            <pc:sldMk cId="3390209719" sldId="259"/>
            <ac:grpSpMk id="3" creationId="{2DA8611C-47AE-A0B0-F518-9791FA5BD393}"/>
          </ac:grpSpMkLst>
        </pc:grpChg>
        <pc:cxnChg chg="add mod topLvl">
          <ac:chgData name="略 董" userId="3a4f4bf4e2831bf3" providerId="Windows Live" clId="Web-{2055204F-54A4-459A-B5EC-485C11B50878}" dt="2026-06-07T10:27:13.877" v="87"/>
          <ac:cxnSpMkLst>
            <pc:docMk/>
            <pc:sldMk cId="3390209719" sldId="259"/>
            <ac:cxnSpMk id="2" creationId="{3646A32D-7626-0545-88C8-113E9ED332B0}"/>
          </ac:cxnSpMkLst>
        </pc:cxnChg>
        <pc:cxnChg chg="mod">
          <ac:chgData name="略 董" userId="3a4f4bf4e2831bf3" providerId="Windows Live" clId="Web-{2055204F-54A4-459A-B5EC-485C11B50878}" dt="2026-06-07T10:27:19.095" v="88" actId="14100"/>
          <ac:cxnSpMkLst>
            <pc:docMk/>
            <pc:sldMk cId="3390209719" sldId="259"/>
            <ac:cxnSpMk id="6" creationId="{744E5EB0-8AB1-1199-7C12-C7B86544F14B}"/>
          </ac:cxnSpMkLst>
        </pc:cxnChg>
      </pc:sldChg>
      <pc:sldChg chg="addSp delSp modSp add replId">
        <pc:chgData name="略 董" userId="3a4f4bf4e2831bf3" providerId="Windows Live" clId="Web-{2055204F-54A4-459A-B5EC-485C11B50878}" dt="2026-06-07T10:44:02.320" v="157"/>
        <pc:sldMkLst>
          <pc:docMk/>
          <pc:sldMk cId="3209753749" sldId="260"/>
        </pc:sldMkLst>
        <pc:spChg chg="add del mod">
          <ac:chgData name="略 董" userId="3a4f4bf4e2831bf3" providerId="Windows Live" clId="Web-{2055204F-54A4-459A-B5EC-485C11B50878}" dt="2026-06-07T10:28:54.584" v="103"/>
          <ac:spMkLst>
            <pc:docMk/>
            <pc:sldMk cId="3209753749" sldId="260"/>
            <ac:spMk id="3" creationId="{FB704B0F-977B-5F00-5357-E8ECDD421673}"/>
          </ac:spMkLst>
        </pc:spChg>
        <pc:spChg chg="add del mod">
          <ac:chgData name="略 董" userId="3a4f4bf4e2831bf3" providerId="Windows Live" clId="Web-{2055204F-54A4-459A-B5EC-485C11B50878}" dt="2026-06-07T10:31:31.851" v="122"/>
          <ac:spMkLst>
            <pc:docMk/>
            <pc:sldMk cId="3209753749" sldId="260"/>
            <ac:spMk id="7" creationId="{C93E726F-06B3-007E-A8A6-F70A4CB4EF4E}"/>
          </ac:spMkLst>
        </pc:spChg>
        <pc:picChg chg="add del mod">
          <ac:chgData name="略 董" userId="3a4f4bf4e2831bf3" providerId="Windows Live" clId="Web-{2055204F-54A4-459A-B5EC-485C11B50878}" dt="2026-06-07T10:36:47.414" v="127"/>
          <ac:picMkLst>
            <pc:docMk/>
            <pc:sldMk cId="3209753749" sldId="260"/>
            <ac:picMk id="9" creationId="{2A98AC89-9A26-9DB8-384D-D8D578648B1A}"/>
          </ac:picMkLst>
        </pc:picChg>
        <pc:picChg chg="add del mod">
          <ac:chgData name="略 董" userId="3a4f4bf4e2831bf3" providerId="Windows Live" clId="Web-{2055204F-54A4-459A-B5EC-485C11B50878}" dt="2026-06-07T10:37:03.867" v="129"/>
          <ac:picMkLst>
            <pc:docMk/>
            <pc:sldMk cId="3209753749" sldId="260"/>
            <ac:picMk id="10" creationId="{F1BDD210-6228-DFCF-6C82-4ECC3CF26F0F}"/>
          </ac:picMkLst>
        </pc:picChg>
        <pc:picChg chg="add mod modCrop">
          <ac:chgData name="略 董" userId="3a4f4bf4e2831bf3" providerId="Windows Live" clId="Web-{2055204F-54A4-459A-B5EC-485C11B50878}" dt="2026-06-07T10:43:23.414" v="150" actId="1076"/>
          <ac:picMkLst>
            <pc:docMk/>
            <pc:sldMk cId="3209753749" sldId="260"/>
            <ac:picMk id="11" creationId="{AA7A2640-81D3-4B8B-2EFE-94678579EC2E}"/>
          </ac:picMkLst>
        </pc:picChg>
        <pc:picChg chg="add del mod">
          <ac:chgData name="略 董" userId="3a4f4bf4e2831bf3" providerId="Windows Live" clId="Web-{2055204F-54A4-459A-B5EC-485C11B50878}" dt="2026-06-07T10:44:02.320" v="157"/>
          <ac:picMkLst>
            <pc:docMk/>
            <pc:sldMk cId="3209753749" sldId="260"/>
            <ac:picMk id="12" creationId="{AF88781F-2040-555E-F3AC-0BA91DBCF460}"/>
          </ac:picMkLst>
        </pc:picChg>
        <pc:cxnChg chg="mod">
          <ac:chgData name="略 董" userId="3a4f4bf4e2831bf3" providerId="Windows Live" clId="Web-{2055204F-54A4-459A-B5EC-485C11B50878}" dt="2026-06-07T10:29:41.866" v="106" actId="1076"/>
          <ac:cxnSpMkLst>
            <pc:docMk/>
            <pc:sldMk cId="3209753749" sldId="260"/>
            <ac:cxnSpMk id="2" creationId="{333ACC5E-8749-DDC0-65C5-3BC4D3230C82}"/>
          </ac:cxnSpMkLst>
        </pc:cxnChg>
        <pc:cxnChg chg="add del">
          <ac:chgData name="略 董" userId="3a4f4bf4e2831bf3" providerId="Windows Live" clId="Web-{2055204F-54A4-459A-B5EC-485C11B50878}" dt="2026-06-07T10:33:12.773" v="124"/>
          <ac:cxnSpMkLst>
            <pc:docMk/>
            <pc:sldMk cId="3209753749" sldId="260"/>
            <ac:cxnSpMk id="8" creationId="{2394F18D-DACB-17FD-751F-7B26BF7FADF9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44792C-C0B9-4B95-A258-33AFDBDEB05C}" type="datetimeFigureOut">
              <a:t>2026/6/7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1E0AAD-9C95-428F-935C-DA684743B225}" type="slidenum"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876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等线"/>
              </a:rPr>
              <a:t>1. </a:t>
            </a:r>
            <a:r>
              <a:rPr lang="zh-CN" altLang="en-US">
                <a:ea typeface="等线"/>
              </a:rPr>
              <a:t>出水管口应位于合法区域的垂直上方范围内</a:t>
            </a:r>
            <a:r>
              <a:rPr lang="en-US" altLang="zh-CN" dirty="0">
                <a:ea typeface="等线"/>
              </a:rPr>
              <a:t> </a:t>
            </a:r>
          </a:p>
          <a:p>
            <a:pPr marL="228600" indent="-228600">
              <a:buAutoNum type="arabicPeriod"/>
            </a:pPr>
            <a:r>
              <a:rPr lang="en-US" b="1"/>
              <a:t>Positioning:</a:t>
            </a:r>
            <a:r>
              <a:rPr lang="en-US"/>
              <a:t> The outlet of the discharge pipe must be positioned vertically directly above the designated area.</a:t>
            </a:r>
            <a:endParaRPr lang="en-US" altLang="zh-CN" dirty="0">
              <a:ea typeface="等线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1E0AAD-9C95-428F-935C-DA684743B225}" type="slidenum"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39579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</a:t>
            </a:r>
            <a:r>
              <a:rPr lang="en-US" altLang="zh-CN" dirty="0">
                <a:ea typeface="等线"/>
              </a:rPr>
              <a:t> </a:t>
            </a:r>
            <a:r>
              <a:rPr lang="zh-CN" altLang="en-US">
                <a:ea typeface="等线"/>
              </a:rPr>
              <a:t>调整出水管瞄准方向，使得以出水管瞄准方向延伸，应落于合法区域内</a:t>
            </a:r>
            <a:r>
              <a:rPr lang="en-US" altLang="zh-CN" dirty="0">
                <a:ea typeface="等线"/>
              </a:rPr>
              <a:t> </a:t>
            </a:r>
          </a:p>
          <a:p>
            <a:r>
              <a:rPr lang="en-US"/>
              <a:t>2. </a:t>
            </a:r>
            <a:r>
              <a:rPr lang="en-US" b="1"/>
              <a:t>Aiming:</a:t>
            </a:r>
            <a:r>
              <a:rPr lang="en-US"/>
              <a:t> Adjust the direction of the discharge pipe to ensure that its extended trajectory falls entirely within the designated area.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1E0AAD-9C95-428F-935C-DA684743B225}" type="slidenum"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799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等线"/>
              </a:rPr>
              <a:t>3. </a:t>
            </a:r>
            <a:r>
              <a:rPr lang="zh-CN" altLang="en-US">
                <a:ea typeface="等线"/>
              </a:rPr>
              <a:t>从液体开始流出至停止流动，出水管的位置和方向都应保持稳定</a:t>
            </a:r>
            <a:r>
              <a:rPr lang="en-US" altLang="zh-CN" dirty="0">
                <a:ea typeface="等线"/>
              </a:rPr>
              <a:t> </a:t>
            </a:r>
          </a:p>
          <a:p>
            <a:r>
              <a:rPr lang="en-US" altLang="zh-CN">
                <a:ea typeface="等线"/>
              </a:rPr>
              <a:t>3. </a:t>
            </a:r>
            <a:r>
              <a:rPr lang="en-US" b="1"/>
              <a:t>Stability:</a:t>
            </a:r>
            <a:r>
              <a:rPr lang="en-US"/>
              <a:t> From the moment the liquid begins to flow until it stops completely, both the position and the direction of the discharge pipe must remain completely stable.</a:t>
            </a:r>
            <a:endParaRPr lang="en-US" altLang="zh-CN" dirty="0">
              <a:ea typeface="等线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1E0AAD-9C95-428F-935C-DA684743B225}" type="slidenum"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23122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</a:t>
            </a:r>
            <a:r>
              <a:rPr lang="en-US" dirty="0" err="1"/>
              <a:t>在液体停止流动后，应使用吸水物覆盖</a:t>
            </a:r>
            <a:r>
              <a:rPr lang="en-US" dirty="0"/>
              <a:t>/</a:t>
            </a:r>
            <a:r>
              <a:rPr lang="en-US" dirty="0" err="1"/>
              <a:t>包住出水管口，将出水管轻轻抖动，使得管内残余液体被吸水物吸附</a:t>
            </a:r>
            <a:r>
              <a:rPr lang="en-US" dirty="0"/>
              <a:t>。</a:t>
            </a:r>
          </a:p>
          <a:p>
            <a:r>
              <a:rPr lang="zh-CN" altLang="en-US">
                <a:ea typeface="等线"/>
              </a:rPr>
              <a:t>4. </a:t>
            </a:r>
            <a:r>
              <a:rPr lang="zh-CN" b="1"/>
              <a:t>Post-Discharge Care:</a:t>
            </a:r>
            <a:r>
              <a:rPr lang="zh-CN"/>
              <a:t> Once the liquid stops flowing, use an absorbent material to cover or wrap the pipe outlet, then gently shake the pipe so that any residual liquid inside is fully absorbed.</a:t>
            </a:r>
            <a:endParaRPr lang="en-US" altLang="zh-CN" dirty="0">
              <a:ea typeface="等线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1E0AAD-9C95-428F-935C-DA684743B225}" type="slidenum"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2114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2026/6/7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5086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2026/6/7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4015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2026/6/7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052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2026/6/7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70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2026/6/7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082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2026/6/7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196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2026/6/7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0569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2026/6/7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3261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2026/6/7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0041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2026/6/7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7302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2026/6/7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81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D17B11-CCD8-4EEC-AD7E-F410C1454966}" type="datetimeFigureOut">
              <a:rPr lang="zh-CN" altLang="en-US" smtClean="0"/>
              <a:t>2026/6/7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3146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>
                <a:ea typeface="+mj-lt"/>
                <a:cs typeface="+mj-lt"/>
              </a:rPr>
              <a:t>释放液体防飞溅指南</a:t>
            </a:r>
            <a:endParaRPr 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zh-CN">
                <a:ea typeface="+mn-lt"/>
                <a:cs typeface="+mn-lt"/>
              </a:rPr>
              <a:t>Guide for Preventing Liquid Splashing During Discharge</a:t>
            </a: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703088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柱体 3">
            <a:extLst>
              <a:ext uri="{FF2B5EF4-FFF2-40B4-BE49-F238E27FC236}">
                <a16:creationId xmlns:a16="http://schemas.microsoft.com/office/drawing/2014/main" id="{ECE0B822-0856-491F-63E9-F87554210D82}"/>
              </a:ext>
            </a:extLst>
          </p:cNvPr>
          <p:cNvSpPr/>
          <p:nvPr/>
        </p:nvSpPr>
        <p:spPr>
          <a:xfrm rot="5400000">
            <a:off x="1944566" y="211607"/>
            <a:ext cx="267048" cy="2268250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" name="流程图: 磁盘 4">
            <a:extLst>
              <a:ext uri="{FF2B5EF4-FFF2-40B4-BE49-F238E27FC236}">
                <a16:creationId xmlns:a16="http://schemas.microsoft.com/office/drawing/2014/main" id="{D006B2FD-4715-A55D-1559-4264A528041D}"/>
              </a:ext>
            </a:extLst>
          </p:cNvPr>
          <p:cNvSpPr/>
          <p:nvPr/>
        </p:nvSpPr>
        <p:spPr>
          <a:xfrm>
            <a:off x="2808847" y="5213209"/>
            <a:ext cx="7501957" cy="1011869"/>
          </a:xfrm>
          <a:prstGeom prst="flowChartMagneticDisk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3D34D319-9B30-59E2-F599-463BC02DDF40}"/>
              </a:ext>
            </a:extLst>
          </p:cNvPr>
          <p:cNvCxnSpPr/>
          <p:nvPr/>
        </p:nvCxnSpPr>
        <p:spPr>
          <a:xfrm flipH="1">
            <a:off x="3102576" y="1576739"/>
            <a:ext cx="81598" cy="3640720"/>
          </a:xfrm>
          <a:prstGeom prst="straightConnector1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38A39BF6-E84A-F2BA-86B9-C20ED534FE39}"/>
              </a:ext>
            </a:extLst>
          </p:cNvPr>
          <p:cNvSpPr txBox="1"/>
          <p:nvPr/>
        </p:nvSpPr>
        <p:spPr>
          <a:xfrm>
            <a:off x="5676603" y="2953"/>
            <a:ext cx="6515396" cy="34222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4000" b="0" i="0" u="none" strike="noStrike">
                <a:solidFill>
                  <a:srgbClr val="000000"/>
                </a:solidFill>
                <a:latin typeface="等线"/>
                <a:ea typeface="Calibri"/>
                <a:cs typeface="Calibri"/>
              </a:rPr>
              <a:t>1. </a:t>
            </a:r>
            <a:r>
              <a:rPr lang="zh-CN" sz="4000" b="0" i="0" u="none" strike="noStrike">
                <a:solidFill>
                  <a:srgbClr val="000000"/>
                </a:solidFill>
                <a:latin typeface="Calibri"/>
                <a:ea typeface="等线"/>
                <a:cs typeface="Calibri"/>
              </a:rPr>
              <a:t>出水管口应位于合法区域的垂直上方范围内</a:t>
            </a:r>
            <a:r>
              <a:rPr lang="en-US" sz="4000" b="0" i="0" u="none" strike="noStrike" dirty="0">
                <a:solidFill>
                  <a:srgbClr val="000000"/>
                </a:solidFill>
                <a:latin typeface="等线"/>
                <a:ea typeface="Calibri"/>
                <a:cs typeface="Calibri"/>
              </a:rPr>
              <a:t> </a:t>
            </a:r>
            <a:r>
              <a:rPr lang="en-US" sz="4000" b="0" i="0">
                <a:solidFill>
                  <a:srgbClr val="444444"/>
                </a:solidFill>
                <a:latin typeface="等线"/>
                <a:ea typeface="Calibri"/>
                <a:cs typeface="Calibri"/>
              </a:rPr>
              <a:t>​</a:t>
            </a:r>
          </a:p>
          <a:p>
            <a:pPr marL="228600" indent="-228600">
              <a:buFont typeface=""/>
              <a:buAutoNum type="arabicPeriod"/>
            </a:pPr>
            <a:endParaRPr lang="en-US" sz="2400" b="1" dirty="0">
              <a:solidFill>
                <a:srgbClr val="000000"/>
              </a:solidFill>
              <a:latin typeface="等线"/>
              <a:ea typeface="Arial"/>
              <a:cs typeface="Arial"/>
            </a:endParaRPr>
          </a:p>
          <a:p>
            <a:pPr marL="228600" indent="-228600">
              <a:buAutoNum type="arabicPeriod"/>
            </a:pPr>
            <a:r>
              <a:rPr lang="en-US" sz="2400" b="1">
                <a:solidFill>
                  <a:srgbClr val="000000"/>
                </a:solidFill>
                <a:latin typeface="等线"/>
                <a:ea typeface="Arial"/>
                <a:cs typeface="Arial"/>
              </a:rPr>
              <a:t> </a:t>
            </a:r>
            <a:r>
              <a:rPr lang="en-US" sz="2400" b="1" i="0" u="none" strike="noStrike">
                <a:solidFill>
                  <a:srgbClr val="000000"/>
                </a:solidFill>
                <a:latin typeface="等线"/>
                <a:ea typeface="Arial"/>
                <a:cs typeface="Arial"/>
              </a:rPr>
              <a:t>Positioning:</a:t>
            </a:r>
            <a:r>
              <a:rPr lang="en-US" sz="2400" b="0" i="0" u="none" strike="noStrike">
                <a:solidFill>
                  <a:srgbClr val="000000"/>
                </a:solidFill>
                <a:latin typeface="等线"/>
                <a:ea typeface="Arial"/>
                <a:cs typeface="Arial"/>
              </a:rPr>
              <a:t> The outlet of the discharge pipe must be positioned vertically directly above the designated area.</a:t>
            </a:r>
            <a:endParaRPr lang="en-US"/>
          </a:p>
          <a:p>
            <a:pPr algn="ctr"/>
            <a:endParaRPr lang="zh-CN" altLang="en-US" sz="4000" dirty="0"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2427962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CE951-7CC1-F0AA-DEF5-52510B7AE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磁盘 4">
            <a:extLst>
              <a:ext uri="{FF2B5EF4-FFF2-40B4-BE49-F238E27FC236}">
                <a16:creationId xmlns:a16="http://schemas.microsoft.com/office/drawing/2014/main" id="{79D3B860-4EF2-9098-B5F6-174ED63B4D2C}"/>
              </a:ext>
            </a:extLst>
          </p:cNvPr>
          <p:cNvSpPr/>
          <p:nvPr/>
        </p:nvSpPr>
        <p:spPr>
          <a:xfrm>
            <a:off x="2808847" y="5213209"/>
            <a:ext cx="7501957" cy="1011869"/>
          </a:xfrm>
          <a:prstGeom prst="flowChartMagneticDisk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44E5EB0-8AB1-1199-7C12-C7B86544F14B}"/>
              </a:ext>
            </a:extLst>
          </p:cNvPr>
          <p:cNvCxnSpPr/>
          <p:nvPr/>
        </p:nvCxnSpPr>
        <p:spPr>
          <a:xfrm flipH="1">
            <a:off x="3102576" y="1576739"/>
            <a:ext cx="81598" cy="3640720"/>
          </a:xfrm>
          <a:prstGeom prst="straightConnector1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圆柱体 3">
            <a:extLst>
              <a:ext uri="{FF2B5EF4-FFF2-40B4-BE49-F238E27FC236}">
                <a16:creationId xmlns:a16="http://schemas.microsoft.com/office/drawing/2014/main" id="{854AA797-B50A-49F6-0E5F-5246D8A6EC27}"/>
              </a:ext>
            </a:extLst>
          </p:cNvPr>
          <p:cNvSpPr/>
          <p:nvPr/>
        </p:nvSpPr>
        <p:spPr>
          <a:xfrm rot="7140000">
            <a:off x="2050609" y="-223220"/>
            <a:ext cx="267048" cy="2268250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3646A32D-7626-0545-88C8-113E9ED332B0}"/>
              </a:ext>
            </a:extLst>
          </p:cNvPr>
          <p:cNvCxnSpPr/>
          <p:nvPr/>
        </p:nvCxnSpPr>
        <p:spPr>
          <a:xfrm>
            <a:off x="3255181" y="1528710"/>
            <a:ext cx="6550941" cy="3659591"/>
          </a:xfrm>
          <a:prstGeom prst="straightConnector1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FC8FB2DE-6650-541A-4082-BC6CBDA2AE1B}"/>
              </a:ext>
            </a:extLst>
          </p:cNvPr>
          <p:cNvSpPr txBox="1"/>
          <p:nvPr/>
        </p:nvSpPr>
        <p:spPr>
          <a:xfrm>
            <a:off x="5777021" y="2953"/>
            <a:ext cx="6414978" cy="35702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600" dirty="0">
                <a:solidFill>
                  <a:srgbClr val="000000"/>
                </a:solidFill>
                <a:latin typeface="等线"/>
                <a:ea typeface="等线"/>
                <a:cs typeface="Calibri"/>
              </a:rPr>
              <a:t>2</a:t>
            </a:r>
            <a:r>
              <a:rPr lang="en-US" sz="3600" b="0" i="0" u="none" strike="noStrike" dirty="0">
                <a:solidFill>
                  <a:srgbClr val="000000"/>
                </a:solidFill>
                <a:latin typeface="等线"/>
                <a:ea typeface="等线"/>
                <a:cs typeface="Calibri"/>
              </a:rPr>
              <a:t>. </a:t>
            </a:r>
            <a:r>
              <a:rPr lang="zh-CN" altLang="en-US" sz="3600">
                <a:solidFill>
                  <a:srgbClr val="000000"/>
                </a:solidFill>
                <a:latin typeface="等线"/>
                <a:ea typeface="等线"/>
                <a:cs typeface="Calibri"/>
              </a:rPr>
              <a:t>调整出水管瞄准方向，使得以</a:t>
            </a:r>
            <a:r>
              <a:rPr lang="zh-CN" sz="3600" b="0" i="0" u="none" strike="noStrike">
                <a:solidFill>
                  <a:srgbClr val="000000"/>
                </a:solidFill>
                <a:latin typeface="等线"/>
                <a:ea typeface="等线"/>
                <a:cs typeface="Calibri"/>
              </a:rPr>
              <a:t>出水管</a:t>
            </a:r>
            <a:r>
              <a:rPr lang="zh-CN" altLang="en-US" sz="3600">
                <a:solidFill>
                  <a:srgbClr val="000000"/>
                </a:solidFill>
                <a:latin typeface="等线"/>
                <a:ea typeface="等线"/>
                <a:cs typeface="Calibri"/>
              </a:rPr>
              <a:t>瞄准方向延伸，</a:t>
            </a:r>
            <a:r>
              <a:rPr lang="zh-CN" sz="3600" b="0" i="0" u="none" strike="noStrike">
                <a:solidFill>
                  <a:srgbClr val="000000"/>
                </a:solidFill>
                <a:latin typeface="等线"/>
                <a:ea typeface="等线"/>
                <a:cs typeface="Calibri"/>
              </a:rPr>
              <a:t>应</a:t>
            </a:r>
            <a:r>
              <a:rPr lang="zh-CN" altLang="en-US" sz="3600">
                <a:solidFill>
                  <a:srgbClr val="000000"/>
                </a:solidFill>
                <a:latin typeface="等线"/>
                <a:ea typeface="等线"/>
                <a:cs typeface="Calibri"/>
              </a:rPr>
              <a:t>落</a:t>
            </a:r>
            <a:r>
              <a:rPr lang="zh-CN" sz="3600" b="0" i="0" u="none" strike="noStrike">
                <a:solidFill>
                  <a:srgbClr val="000000"/>
                </a:solidFill>
                <a:latin typeface="等线"/>
                <a:ea typeface="等线"/>
                <a:cs typeface="Calibri"/>
              </a:rPr>
              <a:t>于合法区域内</a:t>
            </a:r>
            <a:r>
              <a:rPr lang="en-US" sz="3600" b="0" i="0" u="none" strike="noStrike" dirty="0">
                <a:solidFill>
                  <a:srgbClr val="000000"/>
                </a:solidFill>
                <a:latin typeface="等线"/>
                <a:ea typeface="等线"/>
                <a:cs typeface="Calibri"/>
              </a:rPr>
              <a:t> </a:t>
            </a:r>
            <a:endParaRPr lang="en-US" sz="3600" dirty="0">
              <a:solidFill>
                <a:srgbClr val="444444"/>
              </a:solidFill>
              <a:latin typeface="等线"/>
              <a:ea typeface="等线"/>
              <a:cs typeface="Arial"/>
            </a:endParaRPr>
          </a:p>
          <a:p>
            <a:endParaRPr lang="en-US" sz="2400" dirty="0">
              <a:solidFill>
                <a:srgbClr val="000000"/>
              </a:solidFill>
              <a:latin typeface="等线"/>
              <a:ea typeface="等线"/>
              <a:cs typeface="Arial"/>
            </a:endParaRPr>
          </a:p>
          <a:p>
            <a:r>
              <a:rPr lang="en-US">
                <a:solidFill>
                  <a:srgbClr val="000000"/>
                </a:solidFill>
                <a:latin typeface="等线"/>
                <a:ea typeface="等线"/>
                <a:cs typeface="Arial"/>
              </a:rPr>
              <a:t>2. </a:t>
            </a:r>
            <a:r>
              <a:rPr lang="en-US" b="1">
                <a:solidFill>
                  <a:srgbClr val="000000"/>
                </a:solidFill>
                <a:latin typeface="等线"/>
                <a:ea typeface="等线"/>
                <a:cs typeface="Arial"/>
              </a:rPr>
              <a:t>Aiming</a:t>
            </a:r>
            <a:r>
              <a:rPr lang="en-US" b="1" i="0" u="none" strike="noStrike">
                <a:solidFill>
                  <a:srgbClr val="000000"/>
                </a:solidFill>
                <a:latin typeface="等线"/>
                <a:ea typeface="等线"/>
                <a:cs typeface="Arial"/>
              </a:rPr>
              <a:t>:</a:t>
            </a:r>
            <a:r>
              <a:rPr lang="en-US" b="0" i="0" u="none" strike="noStrike">
                <a:solidFill>
                  <a:srgbClr val="000000"/>
                </a:solidFill>
                <a:latin typeface="等线"/>
                <a:ea typeface="等线"/>
                <a:cs typeface="Arial"/>
              </a:rPr>
              <a:t> </a:t>
            </a:r>
            <a:r>
              <a:rPr lang="en-US">
                <a:solidFill>
                  <a:srgbClr val="000000"/>
                </a:solidFill>
                <a:latin typeface="等线"/>
                <a:ea typeface="等线"/>
                <a:cs typeface="Arial"/>
              </a:rPr>
              <a:t>Adjust the direction </a:t>
            </a:r>
            <a:r>
              <a:rPr lang="en-US" b="0" i="0" u="none" strike="noStrike">
                <a:solidFill>
                  <a:srgbClr val="000000"/>
                </a:solidFill>
                <a:latin typeface="等线"/>
                <a:ea typeface="等线"/>
                <a:cs typeface="Arial"/>
              </a:rPr>
              <a:t>of the discharge pipe </a:t>
            </a:r>
            <a:r>
              <a:rPr lang="en-US">
                <a:solidFill>
                  <a:srgbClr val="000000"/>
                </a:solidFill>
                <a:latin typeface="等线"/>
                <a:ea typeface="等线"/>
                <a:cs typeface="Arial"/>
              </a:rPr>
              <a:t>to ensure that its extended trajectory falls entirely within</a:t>
            </a:r>
            <a:r>
              <a:rPr lang="en-US" b="0" i="0" u="none" strike="noStrike">
                <a:solidFill>
                  <a:srgbClr val="000000"/>
                </a:solidFill>
                <a:latin typeface="等线"/>
                <a:ea typeface="等线"/>
                <a:cs typeface="Arial"/>
              </a:rPr>
              <a:t> the designated area.</a:t>
            </a:r>
            <a:endParaRPr lang="en-US">
              <a:solidFill>
                <a:srgbClr val="444444"/>
              </a:solidFill>
              <a:latin typeface="等线"/>
              <a:ea typeface="等线"/>
            </a:endParaRPr>
          </a:p>
          <a:p>
            <a:endParaRPr lang="en-US" altLang="zh-CN" sz="4000" dirty="0">
              <a:solidFill>
                <a:srgbClr val="444444"/>
              </a:solidFill>
              <a:latin typeface="等线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0209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26844-47FA-CC39-EE09-32F23BCAF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磁盘 4">
            <a:extLst>
              <a:ext uri="{FF2B5EF4-FFF2-40B4-BE49-F238E27FC236}">
                <a16:creationId xmlns:a16="http://schemas.microsoft.com/office/drawing/2014/main" id="{BF49240B-0E40-86BD-7820-9CBC5D4B2983}"/>
              </a:ext>
            </a:extLst>
          </p:cNvPr>
          <p:cNvSpPr/>
          <p:nvPr/>
        </p:nvSpPr>
        <p:spPr>
          <a:xfrm>
            <a:off x="2808847" y="5213209"/>
            <a:ext cx="7501957" cy="1011869"/>
          </a:xfrm>
          <a:prstGeom prst="flowChartMagneticDisk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54612291-116E-FA0F-0B43-9F66BDA6E5C6}"/>
              </a:ext>
            </a:extLst>
          </p:cNvPr>
          <p:cNvCxnSpPr/>
          <p:nvPr/>
        </p:nvCxnSpPr>
        <p:spPr>
          <a:xfrm flipH="1">
            <a:off x="3102576" y="1576739"/>
            <a:ext cx="81598" cy="3640720"/>
          </a:xfrm>
          <a:prstGeom prst="straightConnector1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圆柱体 3">
            <a:extLst>
              <a:ext uri="{FF2B5EF4-FFF2-40B4-BE49-F238E27FC236}">
                <a16:creationId xmlns:a16="http://schemas.microsoft.com/office/drawing/2014/main" id="{58FA36C2-6E28-CAD0-56D6-83E436D3EC61}"/>
              </a:ext>
            </a:extLst>
          </p:cNvPr>
          <p:cNvSpPr/>
          <p:nvPr/>
        </p:nvSpPr>
        <p:spPr>
          <a:xfrm rot="7140000">
            <a:off x="2050609" y="-223220"/>
            <a:ext cx="267048" cy="2268250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333ACC5E-8749-DDC0-65C5-3BC4D3230C82}"/>
              </a:ext>
            </a:extLst>
          </p:cNvPr>
          <p:cNvCxnSpPr/>
          <p:nvPr/>
        </p:nvCxnSpPr>
        <p:spPr>
          <a:xfrm>
            <a:off x="3255181" y="1528710"/>
            <a:ext cx="6550941" cy="3659591"/>
          </a:xfrm>
          <a:prstGeom prst="straightConnector1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图片 10" descr="形状&#10;&#10;AI 生成的内容可能不正确。">
            <a:extLst>
              <a:ext uri="{FF2B5EF4-FFF2-40B4-BE49-F238E27FC236}">
                <a16:creationId xmlns:a16="http://schemas.microsoft.com/office/drawing/2014/main" id="{AA7A2640-81D3-4B8B-2EFE-94678579EC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33" t="61384" r="29018" b="-1397"/>
          <a:stretch>
            <a:fillRect/>
          </a:stretch>
        </p:blipFill>
        <p:spPr>
          <a:xfrm rot="-5400000">
            <a:off x="2793319" y="2016480"/>
            <a:ext cx="3772012" cy="287791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89DE212-C8DC-7653-7667-2719F6EC7A7E}"/>
              </a:ext>
            </a:extLst>
          </p:cNvPr>
          <p:cNvSpPr txBox="1"/>
          <p:nvPr/>
        </p:nvSpPr>
        <p:spPr>
          <a:xfrm>
            <a:off x="5694324" y="2953"/>
            <a:ext cx="6497675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等线"/>
                <a:ea typeface="等线"/>
                <a:cs typeface="Calibri"/>
              </a:rPr>
              <a:t>3</a:t>
            </a:r>
            <a:r>
              <a:rPr lang="en-US" sz="3600" b="0" i="0" u="none" strike="noStrike">
                <a:solidFill>
                  <a:srgbClr val="000000"/>
                </a:solidFill>
                <a:latin typeface="等线"/>
                <a:ea typeface="等线"/>
                <a:cs typeface="Calibri"/>
              </a:rPr>
              <a:t>. </a:t>
            </a:r>
            <a:r>
              <a:rPr lang="zh-CN" altLang="en-US" sz="3600">
                <a:solidFill>
                  <a:srgbClr val="000000"/>
                </a:solidFill>
                <a:latin typeface="等线"/>
                <a:ea typeface="等线"/>
                <a:cs typeface="Calibri"/>
              </a:rPr>
              <a:t>从液体开始流出至停止流动，</a:t>
            </a:r>
            <a:r>
              <a:rPr lang="zh-CN" sz="3600" b="0" i="0" u="none" strike="noStrike">
                <a:solidFill>
                  <a:srgbClr val="000000"/>
                </a:solidFill>
                <a:latin typeface="等线"/>
                <a:ea typeface="等线"/>
                <a:cs typeface="Calibri"/>
              </a:rPr>
              <a:t>出水管的</a:t>
            </a:r>
            <a:r>
              <a:rPr lang="zh-CN" altLang="en-US" sz="3600">
                <a:solidFill>
                  <a:srgbClr val="000000"/>
                </a:solidFill>
                <a:latin typeface="等线"/>
                <a:ea typeface="等线"/>
                <a:cs typeface="Calibri"/>
              </a:rPr>
              <a:t>位置和</a:t>
            </a:r>
            <a:r>
              <a:rPr lang="zh-CN" sz="3600" b="0" i="0" u="none" strike="noStrike">
                <a:solidFill>
                  <a:srgbClr val="000000"/>
                </a:solidFill>
                <a:latin typeface="等线"/>
                <a:ea typeface="等线"/>
                <a:cs typeface="Calibri"/>
              </a:rPr>
              <a:t>方</a:t>
            </a:r>
            <a:r>
              <a:rPr lang="zh-CN" altLang="en-US" sz="3600">
                <a:solidFill>
                  <a:srgbClr val="000000"/>
                </a:solidFill>
                <a:latin typeface="等线"/>
                <a:ea typeface="等线"/>
                <a:cs typeface="Calibri"/>
              </a:rPr>
              <a:t>向都应保持稳定</a:t>
            </a:r>
            <a:r>
              <a:rPr lang="en-US" altLang="zh-CN" sz="3600" dirty="0">
                <a:solidFill>
                  <a:srgbClr val="000000"/>
                </a:solidFill>
                <a:latin typeface="等线"/>
                <a:ea typeface="等线"/>
                <a:cs typeface="Calibri"/>
              </a:rPr>
              <a:t> </a:t>
            </a:r>
            <a:endParaRPr lang="en-US" sz="3600">
              <a:solidFill>
                <a:srgbClr val="444444"/>
              </a:solidFill>
              <a:latin typeface="等线"/>
              <a:ea typeface="等线"/>
              <a:cs typeface="Arial"/>
            </a:endParaRPr>
          </a:p>
          <a:p>
            <a:endParaRPr lang="en-US" dirty="0">
              <a:solidFill>
                <a:srgbClr val="000000"/>
              </a:solidFill>
              <a:latin typeface="等线"/>
              <a:ea typeface="等线"/>
              <a:cs typeface="Arial"/>
            </a:endParaRPr>
          </a:p>
          <a:p>
            <a:r>
              <a:rPr lang="en-US">
                <a:solidFill>
                  <a:srgbClr val="000000"/>
                </a:solidFill>
                <a:latin typeface="等线"/>
                <a:ea typeface="等线"/>
                <a:cs typeface="Arial"/>
              </a:rPr>
              <a:t>3. </a:t>
            </a:r>
            <a:r>
              <a:rPr lang="en-US" b="1">
                <a:solidFill>
                  <a:srgbClr val="000000"/>
                </a:solidFill>
                <a:latin typeface="等线"/>
                <a:ea typeface="等线"/>
                <a:cs typeface="Arial"/>
              </a:rPr>
              <a:t>Stability</a:t>
            </a:r>
            <a:r>
              <a:rPr lang="en-US" b="1" i="0" u="none" strike="noStrike">
                <a:solidFill>
                  <a:srgbClr val="000000"/>
                </a:solidFill>
                <a:latin typeface="等线"/>
                <a:ea typeface="等线"/>
                <a:cs typeface="Arial"/>
              </a:rPr>
              <a:t>:</a:t>
            </a:r>
            <a:r>
              <a:rPr lang="en-US" b="0" i="0" u="none" strike="noStrike">
                <a:solidFill>
                  <a:srgbClr val="000000"/>
                </a:solidFill>
                <a:latin typeface="等线"/>
                <a:ea typeface="等线"/>
                <a:cs typeface="Arial"/>
              </a:rPr>
              <a:t> </a:t>
            </a:r>
            <a:r>
              <a:rPr lang="en-US">
                <a:solidFill>
                  <a:srgbClr val="000000"/>
                </a:solidFill>
                <a:latin typeface="等线"/>
                <a:ea typeface="等线"/>
                <a:cs typeface="Arial"/>
              </a:rPr>
              <a:t>From the moment the liquid begins to flow until it stops completely, both the position and the direction </a:t>
            </a:r>
            <a:r>
              <a:rPr lang="en-US" b="0" i="0" u="none" strike="noStrike">
                <a:solidFill>
                  <a:srgbClr val="000000"/>
                </a:solidFill>
                <a:latin typeface="等线"/>
                <a:ea typeface="等线"/>
                <a:cs typeface="Arial"/>
              </a:rPr>
              <a:t>of the discharge pipe must </a:t>
            </a:r>
            <a:r>
              <a:rPr lang="en-US">
                <a:solidFill>
                  <a:srgbClr val="000000"/>
                </a:solidFill>
                <a:latin typeface="等线"/>
                <a:ea typeface="等线"/>
                <a:cs typeface="Arial"/>
              </a:rPr>
              <a:t>remain completely stable</a:t>
            </a:r>
            <a:r>
              <a:rPr lang="en-US" b="0" i="0" u="none" strike="noStrike">
                <a:solidFill>
                  <a:srgbClr val="000000"/>
                </a:solidFill>
                <a:latin typeface="等线"/>
                <a:ea typeface="等线"/>
                <a:cs typeface="Arial"/>
              </a:rPr>
              <a:t>.</a:t>
            </a:r>
            <a:endParaRPr lang="en-US">
              <a:solidFill>
                <a:srgbClr val="444444"/>
              </a:solidFill>
              <a:latin typeface="等线"/>
              <a:ea typeface="等线"/>
            </a:endParaRPr>
          </a:p>
          <a:p>
            <a:endParaRPr lang="en-US" altLang="zh-CN" sz="4000" dirty="0">
              <a:solidFill>
                <a:srgbClr val="444444"/>
              </a:solidFill>
              <a:latin typeface="等线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09753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AAAB7-837E-6244-656B-60A1AD1E5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磁盘 4">
            <a:extLst>
              <a:ext uri="{FF2B5EF4-FFF2-40B4-BE49-F238E27FC236}">
                <a16:creationId xmlns:a16="http://schemas.microsoft.com/office/drawing/2014/main" id="{ADEAB92D-E921-4A0D-349B-30FB7188BC40}"/>
              </a:ext>
            </a:extLst>
          </p:cNvPr>
          <p:cNvSpPr/>
          <p:nvPr/>
        </p:nvSpPr>
        <p:spPr>
          <a:xfrm>
            <a:off x="2808847" y="5213209"/>
            <a:ext cx="7501957" cy="1011869"/>
          </a:xfrm>
          <a:prstGeom prst="flowChartMagneticDisk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" name="圆柱体 3">
            <a:extLst>
              <a:ext uri="{FF2B5EF4-FFF2-40B4-BE49-F238E27FC236}">
                <a16:creationId xmlns:a16="http://schemas.microsoft.com/office/drawing/2014/main" id="{F86B7BC4-878E-661D-AD52-ABB65F8AD6E8}"/>
              </a:ext>
            </a:extLst>
          </p:cNvPr>
          <p:cNvSpPr/>
          <p:nvPr/>
        </p:nvSpPr>
        <p:spPr>
          <a:xfrm rot="7140000">
            <a:off x="2050609" y="-223220"/>
            <a:ext cx="267048" cy="2268250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" name="流程图: 资料带 2">
            <a:extLst>
              <a:ext uri="{FF2B5EF4-FFF2-40B4-BE49-F238E27FC236}">
                <a16:creationId xmlns:a16="http://schemas.microsoft.com/office/drawing/2014/main" id="{1657AF48-E519-FA28-E61E-6D3C2825DB70}"/>
              </a:ext>
            </a:extLst>
          </p:cNvPr>
          <p:cNvSpPr/>
          <p:nvPr/>
        </p:nvSpPr>
        <p:spPr>
          <a:xfrm rot="-3060000">
            <a:off x="2303984" y="899259"/>
            <a:ext cx="2175727" cy="1352973"/>
          </a:xfrm>
          <a:prstGeom prst="flowChartPunchedTap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0C3662D8-B412-FF21-985B-EE296E6FA55A}"/>
              </a:ext>
            </a:extLst>
          </p:cNvPr>
          <p:cNvGrpSpPr/>
          <p:nvPr/>
        </p:nvGrpSpPr>
        <p:grpSpPr>
          <a:xfrm>
            <a:off x="1801216" y="1574209"/>
            <a:ext cx="902586" cy="1546448"/>
            <a:chOff x="1594471" y="1503326"/>
            <a:chExt cx="1150679" cy="1918586"/>
          </a:xfrm>
        </p:grpSpPr>
        <p:sp>
          <p:nvSpPr>
            <p:cNvPr id="7" name="弧形 6">
              <a:extLst>
                <a:ext uri="{FF2B5EF4-FFF2-40B4-BE49-F238E27FC236}">
                  <a16:creationId xmlns:a16="http://schemas.microsoft.com/office/drawing/2014/main" id="{CE3D87FF-3EC8-51A3-46F1-D489FBF60124}"/>
                </a:ext>
              </a:extLst>
            </p:cNvPr>
            <p:cNvSpPr/>
            <p:nvPr/>
          </p:nvSpPr>
          <p:spPr>
            <a:xfrm rot="7440000">
              <a:off x="1257773" y="1840024"/>
              <a:ext cx="1587796" cy="914400"/>
            </a:xfrm>
            <a:prstGeom prst="arc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弧形 7">
              <a:extLst>
                <a:ext uri="{FF2B5EF4-FFF2-40B4-BE49-F238E27FC236}">
                  <a16:creationId xmlns:a16="http://schemas.microsoft.com/office/drawing/2014/main" id="{CBCEA20D-8CB0-AAE9-825D-D95A65114444}"/>
                </a:ext>
              </a:extLst>
            </p:cNvPr>
            <p:cNvSpPr/>
            <p:nvPr/>
          </p:nvSpPr>
          <p:spPr>
            <a:xfrm rot="7440000">
              <a:off x="1494052" y="2170814"/>
              <a:ext cx="1587796" cy="914400"/>
            </a:xfrm>
            <a:prstGeom prst="arc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F0BA795-0657-8562-4BAE-2B967FAB7C67}"/>
              </a:ext>
            </a:extLst>
          </p:cNvPr>
          <p:cNvGrpSpPr/>
          <p:nvPr/>
        </p:nvGrpSpPr>
        <p:grpSpPr>
          <a:xfrm rot="4140000" flipV="1">
            <a:off x="3747827" y="-53824"/>
            <a:ext cx="778538" cy="1294811"/>
            <a:chOff x="1594471" y="1503326"/>
            <a:chExt cx="1150679" cy="1918586"/>
          </a:xfrm>
        </p:grpSpPr>
        <p:sp>
          <p:nvSpPr>
            <p:cNvPr id="11" name="弧形 10">
              <a:extLst>
                <a:ext uri="{FF2B5EF4-FFF2-40B4-BE49-F238E27FC236}">
                  <a16:creationId xmlns:a16="http://schemas.microsoft.com/office/drawing/2014/main" id="{C388CB02-B001-5ACC-2C59-38D684770BCF}"/>
                </a:ext>
              </a:extLst>
            </p:cNvPr>
            <p:cNvSpPr/>
            <p:nvPr/>
          </p:nvSpPr>
          <p:spPr>
            <a:xfrm rot="7440000">
              <a:off x="1257773" y="1840024"/>
              <a:ext cx="1587796" cy="914400"/>
            </a:xfrm>
            <a:prstGeom prst="arc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弧形 11">
              <a:extLst>
                <a:ext uri="{FF2B5EF4-FFF2-40B4-BE49-F238E27FC236}">
                  <a16:creationId xmlns:a16="http://schemas.microsoft.com/office/drawing/2014/main" id="{61571D6F-9159-A9C7-A037-16F3391A2556}"/>
                </a:ext>
              </a:extLst>
            </p:cNvPr>
            <p:cNvSpPr/>
            <p:nvPr/>
          </p:nvSpPr>
          <p:spPr>
            <a:xfrm rot="7440000">
              <a:off x="1494052" y="2170814"/>
              <a:ext cx="1587796" cy="914400"/>
            </a:xfrm>
            <a:prstGeom prst="arc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D2F4B525-CAD9-B7C5-FBE1-54DAA96F50AF}"/>
              </a:ext>
            </a:extLst>
          </p:cNvPr>
          <p:cNvSpPr txBox="1"/>
          <p:nvPr/>
        </p:nvSpPr>
        <p:spPr>
          <a:xfrm>
            <a:off x="5729765" y="2953"/>
            <a:ext cx="6462234" cy="51398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600" dirty="0">
                <a:solidFill>
                  <a:srgbClr val="000000"/>
                </a:solidFill>
                <a:latin typeface="等线"/>
                <a:ea typeface="等线"/>
                <a:cs typeface="Calibri"/>
              </a:rPr>
              <a:t>4</a:t>
            </a:r>
            <a:r>
              <a:rPr lang="en-US" sz="3600" b="0" i="0" u="none" strike="noStrike" dirty="0">
                <a:solidFill>
                  <a:srgbClr val="000000"/>
                </a:solidFill>
                <a:latin typeface="等线"/>
                <a:ea typeface="等线"/>
                <a:cs typeface="Calibri"/>
              </a:rPr>
              <a:t>. </a:t>
            </a:r>
            <a:r>
              <a:rPr lang="zh-CN" altLang="en-US" sz="3600">
                <a:solidFill>
                  <a:srgbClr val="000000"/>
                </a:solidFill>
                <a:latin typeface="等线"/>
                <a:ea typeface="等线"/>
                <a:cs typeface="Calibri"/>
              </a:rPr>
              <a:t>在液体停止流动后，应使用吸水物覆盖</a:t>
            </a:r>
            <a:r>
              <a:rPr lang="en-US" altLang="zh-CN" sz="3600">
                <a:solidFill>
                  <a:srgbClr val="000000"/>
                </a:solidFill>
                <a:latin typeface="等线"/>
                <a:ea typeface="等线"/>
                <a:cs typeface="Calibri"/>
              </a:rPr>
              <a:t>/</a:t>
            </a:r>
            <a:r>
              <a:rPr lang="zh-CN" altLang="en-US" sz="3600">
                <a:solidFill>
                  <a:srgbClr val="000000"/>
                </a:solidFill>
                <a:latin typeface="等线"/>
                <a:ea typeface="等线"/>
                <a:cs typeface="Calibri"/>
              </a:rPr>
              <a:t>包住出水管口，再轻轻抖动</a:t>
            </a:r>
            <a:r>
              <a:rPr lang="zh-CN" sz="3600">
                <a:solidFill>
                  <a:srgbClr val="000000"/>
                </a:solidFill>
                <a:latin typeface="等线"/>
                <a:ea typeface="等线"/>
                <a:cs typeface="Calibri"/>
              </a:rPr>
              <a:t>出水管</a:t>
            </a:r>
            <a:r>
              <a:rPr lang="zh-CN" altLang="en-US" sz="3600">
                <a:solidFill>
                  <a:srgbClr val="000000"/>
                </a:solidFill>
                <a:latin typeface="等线"/>
                <a:ea typeface="等线"/>
                <a:cs typeface="Calibri"/>
              </a:rPr>
              <a:t>，使得管内残余液体被吸水物吸附。</a:t>
            </a:r>
            <a:endParaRPr lang="en-US" sz="3600">
              <a:solidFill>
                <a:srgbClr val="444444"/>
              </a:solidFill>
              <a:latin typeface="等线"/>
              <a:ea typeface="等线"/>
              <a:cs typeface="Arial"/>
            </a:endParaRPr>
          </a:p>
          <a:p>
            <a:endParaRPr lang="en-US" altLang="zh-CN" sz="2400" dirty="0">
              <a:solidFill>
                <a:srgbClr val="000000"/>
              </a:solidFill>
              <a:latin typeface="等线"/>
              <a:ea typeface="等线"/>
              <a:cs typeface="Arial"/>
            </a:endParaRPr>
          </a:p>
          <a:p>
            <a:r>
              <a:rPr lang="en-US" altLang="zh-CN" sz="2400">
                <a:solidFill>
                  <a:srgbClr val="000000"/>
                </a:solidFill>
                <a:latin typeface="等线"/>
                <a:ea typeface="等线"/>
                <a:cs typeface="Arial"/>
              </a:rPr>
              <a:t>4.</a:t>
            </a:r>
            <a:r>
              <a:rPr lang="zh-CN" altLang="en-US" sz="2400" dirty="0">
                <a:solidFill>
                  <a:srgbClr val="000000"/>
                </a:solidFill>
                <a:latin typeface="等线"/>
                <a:ea typeface="等线"/>
                <a:cs typeface="Arial"/>
              </a:rPr>
              <a:t> </a:t>
            </a:r>
            <a:r>
              <a:rPr lang="en-US" altLang="zh-CN" sz="2400" b="1">
                <a:solidFill>
                  <a:srgbClr val="000000"/>
                </a:solidFill>
                <a:latin typeface="等线"/>
                <a:ea typeface="等线"/>
                <a:cs typeface="Arial"/>
              </a:rPr>
              <a:t>Post-Discharge</a:t>
            </a:r>
            <a:r>
              <a:rPr lang="zh-CN" altLang="en-US" sz="2400" b="1" dirty="0">
                <a:solidFill>
                  <a:srgbClr val="000000"/>
                </a:solidFill>
                <a:latin typeface="等线"/>
                <a:ea typeface="等线"/>
                <a:cs typeface="Arial"/>
              </a:rPr>
              <a:t> </a:t>
            </a:r>
            <a:r>
              <a:rPr lang="en-US" altLang="zh-CN" sz="2400" b="1">
                <a:solidFill>
                  <a:srgbClr val="000000"/>
                </a:solidFill>
                <a:latin typeface="等线"/>
                <a:ea typeface="等线"/>
                <a:cs typeface="Arial"/>
              </a:rPr>
              <a:t>Care</a:t>
            </a:r>
            <a:r>
              <a:rPr lang="en-US" altLang="zh-CN" sz="2400" b="1" i="0" u="none" strike="noStrike">
                <a:solidFill>
                  <a:srgbClr val="000000"/>
                </a:solidFill>
                <a:latin typeface="等线"/>
                <a:ea typeface="等线"/>
                <a:cs typeface="Arial"/>
              </a:rPr>
              <a:t>:</a:t>
            </a:r>
            <a:r>
              <a:rPr lang="zh-CN" altLang="en-US" sz="2400" b="0" i="0" u="none" strike="noStrike" dirty="0">
                <a:solidFill>
                  <a:srgbClr val="000000"/>
                </a:solidFill>
                <a:latin typeface="等线"/>
                <a:ea typeface="等线"/>
                <a:cs typeface="Arial"/>
              </a:rPr>
              <a:t> </a:t>
            </a:r>
            <a:r>
              <a:rPr lang="en-US" altLang="zh-CN" sz="2400">
                <a:solidFill>
                  <a:srgbClr val="000000"/>
                </a:solidFill>
                <a:latin typeface="等线"/>
                <a:ea typeface="等线"/>
                <a:cs typeface="Arial"/>
              </a:rPr>
              <a:t>Once</a:t>
            </a:r>
            <a:r>
              <a:rPr lang="zh-CN" altLang="en-US" sz="2400" dirty="0">
                <a:solidFill>
                  <a:srgbClr val="000000"/>
                </a:solidFill>
                <a:latin typeface="等线"/>
                <a:ea typeface="等线"/>
                <a:cs typeface="Arial"/>
              </a:rPr>
              <a:t> </a:t>
            </a:r>
            <a:r>
              <a:rPr lang="en-US" altLang="zh-CN" sz="2400">
                <a:solidFill>
                  <a:srgbClr val="000000"/>
                </a:solidFill>
                <a:latin typeface="等线"/>
                <a:ea typeface="等线"/>
                <a:cs typeface="Arial"/>
              </a:rPr>
              <a:t>the</a:t>
            </a:r>
            <a:r>
              <a:rPr lang="zh-CN" altLang="en-US" sz="2400" dirty="0">
                <a:solidFill>
                  <a:srgbClr val="000000"/>
                </a:solidFill>
                <a:latin typeface="等线"/>
                <a:ea typeface="等线"/>
                <a:cs typeface="Arial"/>
              </a:rPr>
              <a:t> </a:t>
            </a:r>
            <a:r>
              <a:rPr lang="en-US" altLang="zh-CN" sz="2400">
                <a:solidFill>
                  <a:srgbClr val="000000"/>
                </a:solidFill>
                <a:latin typeface="等线"/>
                <a:ea typeface="等线"/>
                <a:cs typeface="Arial"/>
              </a:rPr>
              <a:t>liquid</a:t>
            </a:r>
            <a:r>
              <a:rPr lang="zh-CN" altLang="en-US" sz="2400" dirty="0">
                <a:solidFill>
                  <a:srgbClr val="000000"/>
                </a:solidFill>
                <a:latin typeface="等线"/>
                <a:ea typeface="等线"/>
                <a:cs typeface="Arial"/>
              </a:rPr>
              <a:t> </a:t>
            </a:r>
            <a:r>
              <a:rPr lang="en-US" altLang="zh-CN" sz="2400">
                <a:solidFill>
                  <a:srgbClr val="000000"/>
                </a:solidFill>
                <a:latin typeface="等线"/>
                <a:ea typeface="等线"/>
                <a:cs typeface="Arial"/>
              </a:rPr>
              <a:t>stops</a:t>
            </a:r>
            <a:r>
              <a:rPr lang="zh-CN" altLang="en-US" sz="2400" dirty="0">
                <a:solidFill>
                  <a:srgbClr val="000000"/>
                </a:solidFill>
                <a:latin typeface="等线"/>
                <a:ea typeface="等线"/>
                <a:cs typeface="Arial"/>
              </a:rPr>
              <a:t> </a:t>
            </a:r>
            <a:r>
              <a:rPr lang="en-US" altLang="zh-CN" sz="2400">
                <a:solidFill>
                  <a:srgbClr val="000000"/>
                </a:solidFill>
                <a:latin typeface="等线"/>
                <a:ea typeface="等线"/>
                <a:cs typeface="Arial"/>
              </a:rPr>
              <a:t>flowing,</a:t>
            </a:r>
            <a:r>
              <a:rPr lang="zh-CN" altLang="en-US" sz="2400" dirty="0">
                <a:solidFill>
                  <a:srgbClr val="000000"/>
                </a:solidFill>
                <a:latin typeface="等线"/>
                <a:ea typeface="等线"/>
                <a:cs typeface="Arial"/>
              </a:rPr>
              <a:t> </a:t>
            </a:r>
            <a:r>
              <a:rPr lang="en-US" altLang="zh-CN" sz="2400">
                <a:solidFill>
                  <a:srgbClr val="000000"/>
                </a:solidFill>
                <a:latin typeface="等线"/>
                <a:ea typeface="等线"/>
                <a:cs typeface="Arial"/>
              </a:rPr>
              <a:t>use</a:t>
            </a:r>
            <a:r>
              <a:rPr lang="zh-CN" altLang="en-US" sz="2400" dirty="0">
                <a:solidFill>
                  <a:srgbClr val="000000"/>
                </a:solidFill>
                <a:latin typeface="等线"/>
                <a:ea typeface="等线"/>
                <a:cs typeface="Arial"/>
              </a:rPr>
              <a:t> </a:t>
            </a:r>
            <a:r>
              <a:rPr lang="en-US" altLang="zh-CN" sz="2400">
                <a:solidFill>
                  <a:srgbClr val="000000"/>
                </a:solidFill>
                <a:latin typeface="等线"/>
                <a:ea typeface="等线"/>
                <a:cs typeface="Arial"/>
              </a:rPr>
              <a:t>an</a:t>
            </a:r>
            <a:r>
              <a:rPr lang="zh-CN" altLang="en-US" sz="2400" dirty="0">
                <a:solidFill>
                  <a:srgbClr val="000000"/>
                </a:solidFill>
                <a:latin typeface="等线"/>
                <a:ea typeface="等线"/>
                <a:cs typeface="Arial"/>
              </a:rPr>
              <a:t> </a:t>
            </a:r>
            <a:r>
              <a:rPr lang="en-US" altLang="zh-CN" sz="2400">
                <a:solidFill>
                  <a:srgbClr val="000000"/>
                </a:solidFill>
                <a:latin typeface="等线"/>
                <a:ea typeface="等线"/>
                <a:cs typeface="Arial"/>
              </a:rPr>
              <a:t>absorbent</a:t>
            </a:r>
            <a:r>
              <a:rPr lang="zh-CN" altLang="en-US" sz="2400" dirty="0">
                <a:solidFill>
                  <a:srgbClr val="000000"/>
                </a:solidFill>
                <a:latin typeface="等线"/>
                <a:ea typeface="等线"/>
                <a:cs typeface="Arial"/>
              </a:rPr>
              <a:t> </a:t>
            </a:r>
            <a:r>
              <a:rPr lang="en-US" altLang="zh-CN" sz="2400">
                <a:solidFill>
                  <a:srgbClr val="000000"/>
                </a:solidFill>
                <a:latin typeface="等线"/>
                <a:ea typeface="等线"/>
                <a:cs typeface="Arial"/>
              </a:rPr>
              <a:t>material</a:t>
            </a:r>
            <a:r>
              <a:rPr lang="zh-CN" altLang="en-US" sz="2400" dirty="0">
                <a:solidFill>
                  <a:srgbClr val="000000"/>
                </a:solidFill>
                <a:latin typeface="等线"/>
                <a:ea typeface="等线"/>
                <a:cs typeface="Arial"/>
              </a:rPr>
              <a:t> </a:t>
            </a:r>
            <a:r>
              <a:rPr lang="en-US" altLang="zh-CN" sz="2400">
                <a:solidFill>
                  <a:srgbClr val="000000"/>
                </a:solidFill>
                <a:latin typeface="等线"/>
                <a:ea typeface="等线"/>
                <a:cs typeface="Arial"/>
              </a:rPr>
              <a:t>to</a:t>
            </a:r>
            <a:r>
              <a:rPr lang="zh-CN" altLang="en-US" sz="2400" dirty="0">
                <a:solidFill>
                  <a:srgbClr val="000000"/>
                </a:solidFill>
                <a:latin typeface="等线"/>
                <a:ea typeface="等线"/>
                <a:cs typeface="Arial"/>
              </a:rPr>
              <a:t> </a:t>
            </a:r>
            <a:r>
              <a:rPr lang="en-US" altLang="zh-CN" sz="2400">
                <a:solidFill>
                  <a:srgbClr val="000000"/>
                </a:solidFill>
                <a:latin typeface="等线"/>
                <a:ea typeface="等线"/>
                <a:cs typeface="Arial"/>
              </a:rPr>
              <a:t>cover</a:t>
            </a:r>
            <a:r>
              <a:rPr lang="zh-CN" altLang="en-US" sz="2400" dirty="0">
                <a:solidFill>
                  <a:srgbClr val="000000"/>
                </a:solidFill>
                <a:latin typeface="等线"/>
                <a:ea typeface="等线"/>
                <a:cs typeface="Arial"/>
              </a:rPr>
              <a:t> </a:t>
            </a:r>
            <a:r>
              <a:rPr lang="en-US" altLang="zh-CN" sz="2400">
                <a:solidFill>
                  <a:srgbClr val="000000"/>
                </a:solidFill>
                <a:latin typeface="等线"/>
                <a:ea typeface="等线"/>
                <a:cs typeface="Arial"/>
              </a:rPr>
              <a:t>or</a:t>
            </a:r>
            <a:r>
              <a:rPr lang="zh-CN" altLang="en-US" sz="2400" dirty="0">
                <a:solidFill>
                  <a:srgbClr val="000000"/>
                </a:solidFill>
                <a:latin typeface="等线"/>
                <a:ea typeface="等线"/>
                <a:cs typeface="Arial"/>
              </a:rPr>
              <a:t> </a:t>
            </a:r>
            <a:r>
              <a:rPr lang="en-US" altLang="zh-CN" sz="2400">
                <a:solidFill>
                  <a:srgbClr val="000000"/>
                </a:solidFill>
                <a:latin typeface="等线"/>
                <a:ea typeface="等线"/>
                <a:cs typeface="Arial"/>
              </a:rPr>
              <a:t>wrap</a:t>
            </a:r>
            <a:r>
              <a:rPr lang="zh-CN" altLang="en-US" sz="2400" dirty="0">
                <a:solidFill>
                  <a:srgbClr val="000000"/>
                </a:solidFill>
                <a:latin typeface="等线"/>
                <a:ea typeface="等线"/>
                <a:cs typeface="Arial"/>
              </a:rPr>
              <a:t> </a:t>
            </a:r>
            <a:r>
              <a:rPr lang="en-US" altLang="zh-CN" sz="2400">
                <a:solidFill>
                  <a:srgbClr val="000000"/>
                </a:solidFill>
                <a:latin typeface="等线"/>
                <a:ea typeface="等线"/>
                <a:cs typeface="Arial"/>
              </a:rPr>
              <a:t>the</a:t>
            </a:r>
            <a:r>
              <a:rPr lang="zh-CN" altLang="en-US" sz="2400" dirty="0">
                <a:solidFill>
                  <a:srgbClr val="000000"/>
                </a:solidFill>
                <a:latin typeface="等线"/>
                <a:ea typeface="等线"/>
                <a:cs typeface="Arial"/>
              </a:rPr>
              <a:t> </a:t>
            </a:r>
            <a:r>
              <a:rPr lang="en-US" altLang="zh-CN" sz="2400">
                <a:solidFill>
                  <a:srgbClr val="000000"/>
                </a:solidFill>
                <a:latin typeface="等线"/>
                <a:ea typeface="等线"/>
                <a:cs typeface="Arial"/>
              </a:rPr>
              <a:t>pipe</a:t>
            </a:r>
            <a:r>
              <a:rPr lang="zh-CN" altLang="en-US" sz="2400" dirty="0">
                <a:solidFill>
                  <a:srgbClr val="000000"/>
                </a:solidFill>
                <a:latin typeface="等线"/>
                <a:ea typeface="等线"/>
                <a:cs typeface="Arial"/>
              </a:rPr>
              <a:t> </a:t>
            </a:r>
            <a:r>
              <a:rPr lang="en-US" altLang="zh-CN" sz="2400">
                <a:solidFill>
                  <a:srgbClr val="000000"/>
                </a:solidFill>
                <a:latin typeface="等线"/>
                <a:ea typeface="等线"/>
                <a:cs typeface="Arial"/>
              </a:rPr>
              <a:t>outlet,</a:t>
            </a:r>
            <a:r>
              <a:rPr lang="zh-CN" altLang="en-US" sz="2400" dirty="0">
                <a:solidFill>
                  <a:srgbClr val="000000"/>
                </a:solidFill>
                <a:latin typeface="等线"/>
                <a:ea typeface="等线"/>
                <a:cs typeface="Arial"/>
              </a:rPr>
              <a:t> </a:t>
            </a:r>
            <a:r>
              <a:rPr lang="en-US" altLang="zh-CN" sz="2400">
                <a:solidFill>
                  <a:srgbClr val="000000"/>
                </a:solidFill>
                <a:latin typeface="等线"/>
                <a:ea typeface="等线"/>
                <a:cs typeface="Arial"/>
              </a:rPr>
              <a:t>then</a:t>
            </a:r>
            <a:r>
              <a:rPr lang="zh-CN" altLang="en-US" sz="2400" dirty="0">
                <a:solidFill>
                  <a:srgbClr val="000000"/>
                </a:solidFill>
                <a:latin typeface="等线"/>
                <a:ea typeface="等线"/>
                <a:cs typeface="Arial"/>
              </a:rPr>
              <a:t> </a:t>
            </a:r>
            <a:r>
              <a:rPr lang="en-US" altLang="zh-CN" sz="2400">
                <a:solidFill>
                  <a:srgbClr val="000000"/>
                </a:solidFill>
                <a:latin typeface="等线"/>
                <a:ea typeface="等线"/>
                <a:cs typeface="Arial"/>
              </a:rPr>
              <a:t>gently</a:t>
            </a:r>
            <a:r>
              <a:rPr lang="zh-CN" altLang="en-US" sz="2400" dirty="0">
                <a:solidFill>
                  <a:srgbClr val="000000"/>
                </a:solidFill>
                <a:latin typeface="等线"/>
                <a:ea typeface="等线"/>
                <a:cs typeface="Arial"/>
              </a:rPr>
              <a:t> </a:t>
            </a:r>
            <a:r>
              <a:rPr lang="en-US" altLang="zh-CN" sz="2400">
                <a:solidFill>
                  <a:srgbClr val="000000"/>
                </a:solidFill>
                <a:latin typeface="等线"/>
                <a:ea typeface="等线"/>
                <a:cs typeface="Arial"/>
              </a:rPr>
              <a:t>shake</a:t>
            </a:r>
            <a:r>
              <a:rPr lang="zh-CN" altLang="en-US" sz="2400" dirty="0">
                <a:solidFill>
                  <a:srgbClr val="000000"/>
                </a:solidFill>
                <a:latin typeface="等线"/>
                <a:ea typeface="等线"/>
                <a:cs typeface="Arial"/>
              </a:rPr>
              <a:t> </a:t>
            </a:r>
            <a:r>
              <a:rPr lang="en-US" altLang="zh-CN" sz="2400">
                <a:solidFill>
                  <a:srgbClr val="000000"/>
                </a:solidFill>
                <a:latin typeface="等线"/>
                <a:ea typeface="等线"/>
                <a:cs typeface="Arial"/>
              </a:rPr>
              <a:t>the</a:t>
            </a:r>
            <a:r>
              <a:rPr lang="zh-CN" altLang="en-US" sz="2400" dirty="0">
                <a:solidFill>
                  <a:srgbClr val="000000"/>
                </a:solidFill>
                <a:latin typeface="等线"/>
                <a:ea typeface="等线"/>
                <a:cs typeface="Arial"/>
              </a:rPr>
              <a:t> </a:t>
            </a:r>
            <a:r>
              <a:rPr lang="en-US" altLang="zh-CN" sz="2400">
                <a:solidFill>
                  <a:srgbClr val="000000"/>
                </a:solidFill>
                <a:latin typeface="等线"/>
                <a:ea typeface="等线"/>
                <a:cs typeface="Arial"/>
              </a:rPr>
              <a:t>pipe</a:t>
            </a:r>
            <a:r>
              <a:rPr lang="zh-CN" altLang="en-US" sz="2400" dirty="0">
                <a:solidFill>
                  <a:srgbClr val="000000"/>
                </a:solidFill>
                <a:latin typeface="等线"/>
                <a:ea typeface="等线"/>
                <a:cs typeface="Arial"/>
              </a:rPr>
              <a:t> </a:t>
            </a:r>
            <a:r>
              <a:rPr lang="en-US" altLang="zh-CN" sz="2400">
                <a:solidFill>
                  <a:srgbClr val="000000"/>
                </a:solidFill>
                <a:latin typeface="等线"/>
                <a:ea typeface="等线"/>
                <a:cs typeface="Arial"/>
              </a:rPr>
              <a:t>so</a:t>
            </a:r>
            <a:r>
              <a:rPr lang="zh-CN" altLang="en-US" sz="2400" dirty="0">
                <a:solidFill>
                  <a:srgbClr val="000000"/>
                </a:solidFill>
                <a:latin typeface="等线"/>
                <a:ea typeface="等线"/>
                <a:cs typeface="Arial"/>
              </a:rPr>
              <a:t> </a:t>
            </a:r>
            <a:r>
              <a:rPr lang="en-US" altLang="zh-CN" sz="2400">
                <a:solidFill>
                  <a:srgbClr val="000000"/>
                </a:solidFill>
                <a:latin typeface="等线"/>
                <a:ea typeface="等线"/>
                <a:cs typeface="Arial"/>
              </a:rPr>
              <a:t>that</a:t>
            </a:r>
            <a:r>
              <a:rPr lang="zh-CN" altLang="en-US" sz="2400" dirty="0">
                <a:solidFill>
                  <a:srgbClr val="000000"/>
                </a:solidFill>
                <a:latin typeface="等线"/>
                <a:ea typeface="等线"/>
                <a:cs typeface="Arial"/>
              </a:rPr>
              <a:t> </a:t>
            </a:r>
            <a:r>
              <a:rPr lang="en-US" altLang="zh-CN" sz="2400">
                <a:solidFill>
                  <a:srgbClr val="000000"/>
                </a:solidFill>
                <a:latin typeface="等线"/>
                <a:ea typeface="等线"/>
                <a:cs typeface="Arial"/>
              </a:rPr>
              <a:t>any</a:t>
            </a:r>
            <a:r>
              <a:rPr lang="zh-CN" altLang="en-US" sz="2400" dirty="0">
                <a:solidFill>
                  <a:srgbClr val="000000"/>
                </a:solidFill>
                <a:latin typeface="等线"/>
                <a:ea typeface="等线"/>
                <a:cs typeface="Arial"/>
              </a:rPr>
              <a:t> </a:t>
            </a:r>
            <a:r>
              <a:rPr lang="en-US" altLang="zh-CN" sz="2400">
                <a:solidFill>
                  <a:srgbClr val="000000"/>
                </a:solidFill>
                <a:latin typeface="等线"/>
                <a:ea typeface="等线"/>
                <a:cs typeface="Arial"/>
              </a:rPr>
              <a:t>residual</a:t>
            </a:r>
            <a:r>
              <a:rPr lang="zh-CN" altLang="en-US" sz="2400" dirty="0">
                <a:solidFill>
                  <a:srgbClr val="000000"/>
                </a:solidFill>
                <a:latin typeface="等线"/>
                <a:ea typeface="等线"/>
                <a:cs typeface="Arial"/>
              </a:rPr>
              <a:t> </a:t>
            </a:r>
            <a:r>
              <a:rPr lang="en-US" altLang="zh-CN" sz="2400">
                <a:solidFill>
                  <a:srgbClr val="000000"/>
                </a:solidFill>
                <a:latin typeface="等线"/>
                <a:ea typeface="等线"/>
                <a:cs typeface="Arial"/>
              </a:rPr>
              <a:t>liquid</a:t>
            </a:r>
            <a:r>
              <a:rPr lang="zh-CN" altLang="en-US" sz="2400" dirty="0">
                <a:solidFill>
                  <a:srgbClr val="000000"/>
                </a:solidFill>
                <a:latin typeface="等线"/>
                <a:ea typeface="等线"/>
                <a:cs typeface="Arial"/>
              </a:rPr>
              <a:t> </a:t>
            </a:r>
            <a:r>
              <a:rPr lang="en-US" altLang="zh-CN" sz="2400">
                <a:solidFill>
                  <a:srgbClr val="000000"/>
                </a:solidFill>
                <a:latin typeface="等线"/>
                <a:ea typeface="等线"/>
                <a:cs typeface="Arial"/>
              </a:rPr>
              <a:t>inside</a:t>
            </a:r>
            <a:r>
              <a:rPr lang="zh-CN" altLang="en-US" sz="2400" dirty="0">
                <a:solidFill>
                  <a:srgbClr val="000000"/>
                </a:solidFill>
                <a:latin typeface="等线"/>
                <a:ea typeface="等线"/>
                <a:cs typeface="Arial"/>
              </a:rPr>
              <a:t> </a:t>
            </a:r>
            <a:r>
              <a:rPr lang="en-US" altLang="zh-CN" sz="2400">
                <a:solidFill>
                  <a:srgbClr val="000000"/>
                </a:solidFill>
                <a:latin typeface="等线"/>
                <a:ea typeface="等线"/>
                <a:cs typeface="Arial"/>
              </a:rPr>
              <a:t>is</a:t>
            </a:r>
            <a:r>
              <a:rPr lang="zh-CN" altLang="en-US" sz="2400" dirty="0">
                <a:solidFill>
                  <a:srgbClr val="000000"/>
                </a:solidFill>
                <a:latin typeface="等线"/>
                <a:ea typeface="等线"/>
                <a:cs typeface="Arial"/>
              </a:rPr>
              <a:t> </a:t>
            </a:r>
            <a:r>
              <a:rPr lang="en-US" altLang="zh-CN" sz="2400">
                <a:solidFill>
                  <a:srgbClr val="000000"/>
                </a:solidFill>
                <a:latin typeface="等线"/>
                <a:ea typeface="等线"/>
                <a:cs typeface="Arial"/>
              </a:rPr>
              <a:t>fully</a:t>
            </a:r>
            <a:r>
              <a:rPr lang="zh-CN" altLang="en-US" sz="2400" dirty="0">
                <a:solidFill>
                  <a:srgbClr val="000000"/>
                </a:solidFill>
                <a:latin typeface="等线"/>
                <a:ea typeface="等线"/>
                <a:cs typeface="Arial"/>
              </a:rPr>
              <a:t> </a:t>
            </a:r>
            <a:r>
              <a:rPr lang="en-US" altLang="zh-CN" sz="2400">
                <a:solidFill>
                  <a:srgbClr val="000000"/>
                </a:solidFill>
                <a:latin typeface="等线"/>
                <a:ea typeface="等线"/>
                <a:cs typeface="Arial"/>
              </a:rPr>
              <a:t>absorbed</a:t>
            </a:r>
            <a:r>
              <a:rPr lang="en-US" altLang="zh-CN" sz="2400" b="0" i="0" u="none" strike="noStrike">
                <a:solidFill>
                  <a:srgbClr val="000000"/>
                </a:solidFill>
                <a:latin typeface="等线"/>
                <a:ea typeface="等线"/>
                <a:cs typeface="Arial"/>
              </a:rPr>
              <a:t>.</a:t>
            </a:r>
            <a:endParaRPr lang="zh-CN" altLang="en-US" sz="2400">
              <a:solidFill>
                <a:srgbClr val="444444"/>
              </a:solidFill>
              <a:latin typeface="等线"/>
              <a:ea typeface="等线"/>
            </a:endParaRPr>
          </a:p>
          <a:p>
            <a:endParaRPr lang="en-US" altLang="zh-CN" sz="4000" dirty="0">
              <a:solidFill>
                <a:srgbClr val="444444"/>
              </a:solidFill>
              <a:latin typeface="等线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8150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5B6A3-44BD-BB72-3287-DE3CAC8FB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2FC4BE-8D1A-0875-3ED5-1BEC401F6C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>
                <a:ea typeface="+mj-lt"/>
                <a:cs typeface="+mj-lt"/>
              </a:rPr>
              <a:t>完</a:t>
            </a:r>
            <a:endParaRPr lang="zh-CN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EDA907-5FFA-6C9A-4649-E5218D63AB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CN">
                <a:ea typeface="+mn-lt"/>
                <a:cs typeface="+mn-lt"/>
              </a:rPr>
              <a:t>THE</a:t>
            </a:r>
            <a:r>
              <a:rPr lang="zh-CN" dirty="0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EN</a:t>
            </a:r>
            <a:r>
              <a:rPr lang="zh-CN">
                <a:ea typeface="+mn-lt"/>
                <a:cs typeface="+mn-lt"/>
              </a:rPr>
              <a:t>D</a:t>
            </a:r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19139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6</Slides>
  <Notes>4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7" baseType="lpstr">
      <vt:lpstr>Office 主题</vt:lpstr>
      <vt:lpstr>释放液体防飞溅指南</vt:lpstr>
      <vt:lpstr>PowerPoint 演示文稿</vt:lpstr>
      <vt:lpstr>PowerPoint 演示文稿</vt:lpstr>
      <vt:lpstr>PowerPoint 演示文稿</vt:lpstr>
      <vt:lpstr>PowerPoint 演示文稿</vt:lpstr>
      <vt:lpstr>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180</cp:revision>
  <dcterms:created xsi:type="dcterms:W3CDTF">2026-06-07T10:10:25Z</dcterms:created>
  <dcterms:modified xsi:type="dcterms:W3CDTF">2026-06-07T11:33:08Z</dcterms:modified>
</cp:coreProperties>
</file>